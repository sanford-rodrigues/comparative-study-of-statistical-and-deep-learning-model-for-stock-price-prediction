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8"/>
  </p:handout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FA58"/>
    <a:srgbClr val="FFC000"/>
    <a:srgbClr val="FCFF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25" d="100"/>
          <a:sy n="25" d="100"/>
        </p:scale>
        <p:origin x="2244" y="816"/>
      </p:cViewPr>
      <p:guideLst/>
    </p:cSldViewPr>
  </p:slideViewPr>
  <p:notesTextViewPr>
    <p:cViewPr>
      <p:scale>
        <a:sx n="1" d="1"/>
        <a:sy n="1" d="1"/>
      </p:scale>
      <p:origin x="0" y="0"/>
    </p:cViewPr>
  </p:notesTextViewPr>
  <p:notesViewPr>
    <p:cSldViewPr snapToGrid="0">
      <p:cViewPr varScale="1">
        <p:scale>
          <a:sx n="46" d="100"/>
          <a:sy n="46" d="100"/>
        </p:scale>
        <p:origin x="2800"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ford Rodrigues" userId="99bf1977d4a59380" providerId="LiveId" clId="{CEEEDCA6-6C3E-4099-BA08-2AE561C60E19}"/>
    <pc:docChg chg="undo redo custSel addSld delSld modSld">
      <pc:chgData name="Sanford Rodrigues" userId="99bf1977d4a59380" providerId="LiveId" clId="{CEEEDCA6-6C3E-4099-BA08-2AE561C60E19}" dt="2025-12-29T21:54:47.044" v="6849" actId="14100"/>
      <pc:docMkLst>
        <pc:docMk/>
      </pc:docMkLst>
      <pc:sldChg chg="addSp modSp mod">
        <pc:chgData name="Sanford Rodrigues" userId="99bf1977d4a59380" providerId="LiveId" clId="{CEEEDCA6-6C3E-4099-BA08-2AE561C60E19}" dt="2025-12-26T01:17:40.980" v="833" actId="207"/>
        <pc:sldMkLst>
          <pc:docMk/>
          <pc:sldMk cId="3202108188" sldId="259"/>
        </pc:sldMkLst>
        <pc:spChg chg="mod">
          <ac:chgData name="Sanford Rodrigues" userId="99bf1977d4a59380" providerId="LiveId" clId="{CEEEDCA6-6C3E-4099-BA08-2AE561C60E19}" dt="2025-12-26T01:10:13.305" v="521" actId="1036"/>
          <ac:spMkLst>
            <pc:docMk/>
            <pc:sldMk cId="3202108188" sldId="259"/>
            <ac:spMk id="5" creationId="{54F5AFB7-2DE1-4FA2-86FC-3749B0D17A48}"/>
          </ac:spMkLst>
        </pc:spChg>
        <pc:spChg chg="add mod">
          <ac:chgData name="Sanford Rodrigues" userId="99bf1977d4a59380" providerId="LiveId" clId="{CEEEDCA6-6C3E-4099-BA08-2AE561C60E19}" dt="2025-12-26T01:11:50.888" v="577" actId="6549"/>
          <ac:spMkLst>
            <pc:docMk/>
            <pc:sldMk cId="3202108188" sldId="259"/>
            <ac:spMk id="7" creationId="{93FF3073-B614-4FFF-AB3E-4CA453054076}"/>
          </ac:spMkLst>
        </pc:spChg>
        <pc:spChg chg="add mod">
          <ac:chgData name="Sanford Rodrigues" userId="99bf1977d4a59380" providerId="LiveId" clId="{CEEEDCA6-6C3E-4099-BA08-2AE561C60E19}" dt="2025-12-26T01:16:47.579" v="827" actId="1036"/>
          <ac:spMkLst>
            <pc:docMk/>
            <pc:sldMk cId="3202108188" sldId="259"/>
            <ac:spMk id="8" creationId="{2FFC82CC-DE4D-49B3-B021-6A7CFB5E479F}"/>
          </ac:spMkLst>
        </pc:spChg>
        <pc:spChg chg="add mod">
          <ac:chgData name="Sanford Rodrigues" userId="99bf1977d4a59380" providerId="LiveId" clId="{CEEEDCA6-6C3E-4099-BA08-2AE561C60E19}" dt="2025-12-26T01:17:40.980" v="833" actId="207"/>
          <ac:spMkLst>
            <pc:docMk/>
            <pc:sldMk cId="3202108188" sldId="259"/>
            <ac:spMk id="9" creationId="{D2770BE1-BAD9-4473-B515-39A9D31866B6}"/>
          </ac:spMkLst>
        </pc:spChg>
        <pc:spChg chg="mod">
          <ac:chgData name="Sanford Rodrigues" userId="99bf1977d4a59380" providerId="LiveId" clId="{CEEEDCA6-6C3E-4099-BA08-2AE561C60E19}" dt="2025-12-26T01:10:13.305" v="521" actId="1036"/>
          <ac:spMkLst>
            <pc:docMk/>
            <pc:sldMk cId="3202108188" sldId="259"/>
            <ac:spMk id="15" creationId="{06FE6075-B4C7-480F-8C82-624F43496767}"/>
          </ac:spMkLst>
        </pc:spChg>
        <pc:spChg chg="mod">
          <ac:chgData name="Sanford Rodrigues" userId="99bf1977d4a59380" providerId="LiveId" clId="{CEEEDCA6-6C3E-4099-BA08-2AE561C60E19}" dt="2025-12-26T01:10:13.305" v="521" actId="1036"/>
          <ac:spMkLst>
            <pc:docMk/>
            <pc:sldMk cId="3202108188" sldId="259"/>
            <ac:spMk id="17" creationId="{7FCF39D4-8AF7-4327-B18D-C59B9C02C4D1}"/>
          </ac:spMkLst>
        </pc:spChg>
        <pc:spChg chg="mod">
          <ac:chgData name="Sanford Rodrigues" userId="99bf1977d4a59380" providerId="LiveId" clId="{CEEEDCA6-6C3E-4099-BA08-2AE561C60E19}" dt="2025-12-26T01:10:13.305" v="521" actId="1036"/>
          <ac:spMkLst>
            <pc:docMk/>
            <pc:sldMk cId="3202108188" sldId="259"/>
            <ac:spMk id="18" creationId="{A7CDCCA0-84A1-4542-A78C-74F240555A00}"/>
          </ac:spMkLst>
        </pc:spChg>
        <pc:cxnChg chg="add mod">
          <ac:chgData name="Sanford Rodrigues" userId="99bf1977d4a59380" providerId="LiveId" clId="{CEEEDCA6-6C3E-4099-BA08-2AE561C60E19}" dt="2025-12-26T01:17:33.699" v="831" actId="465"/>
          <ac:cxnSpMkLst>
            <pc:docMk/>
            <pc:sldMk cId="3202108188" sldId="259"/>
            <ac:cxnSpMk id="10" creationId="{5D749ECF-C4F1-4F57-BC40-4A4A0F7B292B}"/>
          </ac:cxnSpMkLst>
        </pc:cxnChg>
      </pc:sldChg>
      <pc:sldChg chg="addSp delSp modSp add mod">
        <pc:chgData name="Sanford Rodrigues" userId="99bf1977d4a59380" providerId="LiveId" clId="{CEEEDCA6-6C3E-4099-BA08-2AE561C60E19}" dt="2025-12-26T01:35:50.156" v="1368" actId="552"/>
        <pc:sldMkLst>
          <pc:docMk/>
          <pc:sldMk cId="2845877337" sldId="260"/>
        </pc:sldMkLst>
        <pc:spChg chg="mod">
          <ac:chgData name="Sanford Rodrigues" userId="99bf1977d4a59380" providerId="LiveId" clId="{CEEEDCA6-6C3E-4099-BA08-2AE561C60E19}" dt="2025-12-26T01:19:48.710" v="853" actId="553"/>
          <ac:spMkLst>
            <pc:docMk/>
            <pc:sldMk cId="2845877337" sldId="260"/>
            <ac:spMk id="4" creationId="{1EED6A1F-3AB7-4126-B8E3-BF2782C9BA11}"/>
          </ac:spMkLst>
        </pc:spChg>
        <pc:spChg chg="del">
          <ac:chgData name="Sanford Rodrigues" userId="99bf1977d4a59380" providerId="LiveId" clId="{CEEEDCA6-6C3E-4099-BA08-2AE561C60E19}" dt="2025-12-26T01:19:05.098" v="844" actId="478"/>
          <ac:spMkLst>
            <pc:docMk/>
            <pc:sldMk cId="2845877337" sldId="260"/>
            <ac:spMk id="5" creationId="{54F5AFB7-2DE1-4FA2-86FC-3749B0D17A48}"/>
          </ac:spMkLst>
        </pc:spChg>
        <pc:spChg chg="del">
          <ac:chgData name="Sanford Rodrigues" userId="99bf1977d4a59380" providerId="LiveId" clId="{CEEEDCA6-6C3E-4099-BA08-2AE561C60E19}" dt="2025-12-26T01:19:07.897" v="845" actId="478"/>
          <ac:spMkLst>
            <pc:docMk/>
            <pc:sldMk cId="2845877337" sldId="260"/>
            <ac:spMk id="7" creationId="{93FF3073-B614-4FFF-AB3E-4CA453054076}"/>
          </ac:spMkLst>
        </pc:spChg>
        <pc:spChg chg="mod">
          <ac:chgData name="Sanford Rodrigues" userId="99bf1977d4a59380" providerId="LiveId" clId="{CEEEDCA6-6C3E-4099-BA08-2AE561C60E19}" dt="2025-12-26T01:26:34.960" v="1339" actId="1076"/>
          <ac:spMkLst>
            <pc:docMk/>
            <pc:sldMk cId="2845877337" sldId="260"/>
            <ac:spMk id="8" creationId="{2FFC82CC-DE4D-49B3-B021-6A7CFB5E479F}"/>
          </ac:spMkLst>
        </pc:spChg>
        <pc:spChg chg="del">
          <ac:chgData name="Sanford Rodrigues" userId="99bf1977d4a59380" providerId="LiveId" clId="{CEEEDCA6-6C3E-4099-BA08-2AE561C60E19}" dt="2025-12-26T01:19:05.098" v="844" actId="478"/>
          <ac:spMkLst>
            <pc:docMk/>
            <pc:sldMk cId="2845877337" sldId="260"/>
            <ac:spMk id="9" creationId="{D2770BE1-BAD9-4473-B515-39A9D31866B6}"/>
          </ac:spMkLst>
        </pc:spChg>
        <pc:spChg chg="add mod">
          <ac:chgData name="Sanford Rodrigues" userId="99bf1977d4a59380" providerId="LiveId" clId="{CEEEDCA6-6C3E-4099-BA08-2AE561C60E19}" dt="2025-12-26T01:26:34.960" v="1339" actId="1076"/>
          <ac:spMkLst>
            <pc:docMk/>
            <pc:sldMk cId="2845877337" sldId="260"/>
            <ac:spMk id="11" creationId="{A5D866E2-269D-49BD-8998-6B13C96C2D43}"/>
          </ac:spMkLst>
        </pc:spChg>
        <pc:spChg chg="add mod">
          <ac:chgData name="Sanford Rodrigues" userId="99bf1977d4a59380" providerId="LiveId" clId="{CEEEDCA6-6C3E-4099-BA08-2AE561C60E19}" dt="2025-12-26T01:26:34.960" v="1339" actId="1076"/>
          <ac:spMkLst>
            <pc:docMk/>
            <pc:sldMk cId="2845877337" sldId="260"/>
            <ac:spMk id="12" creationId="{AAD81FCD-4346-407E-94E7-82B5964094D4}"/>
          </ac:spMkLst>
        </pc:spChg>
        <pc:spChg chg="add mod">
          <ac:chgData name="Sanford Rodrigues" userId="99bf1977d4a59380" providerId="LiveId" clId="{CEEEDCA6-6C3E-4099-BA08-2AE561C60E19}" dt="2025-12-26T01:35:50.156" v="1368" actId="552"/>
          <ac:spMkLst>
            <pc:docMk/>
            <pc:sldMk cId="2845877337" sldId="260"/>
            <ac:spMk id="13" creationId="{4BB613F0-BAF6-4163-BB89-1C380AF231A7}"/>
          </ac:spMkLst>
        </pc:spChg>
        <pc:spChg chg="add mod">
          <ac:chgData name="Sanford Rodrigues" userId="99bf1977d4a59380" providerId="LiveId" clId="{CEEEDCA6-6C3E-4099-BA08-2AE561C60E19}" dt="2025-12-26T01:35:46.871" v="1367" actId="552"/>
          <ac:spMkLst>
            <pc:docMk/>
            <pc:sldMk cId="2845877337" sldId="260"/>
            <ac:spMk id="14" creationId="{8F84D0EE-1561-40B9-8285-98BBC4EBD036}"/>
          </ac:spMkLst>
        </pc:spChg>
        <pc:spChg chg="del">
          <ac:chgData name="Sanford Rodrigues" userId="99bf1977d4a59380" providerId="LiveId" clId="{CEEEDCA6-6C3E-4099-BA08-2AE561C60E19}" dt="2025-12-26T01:19:05.098" v="844" actId="478"/>
          <ac:spMkLst>
            <pc:docMk/>
            <pc:sldMk cId="2845877337" sldId="260"/>
            <ac:spMk id="15" creationId="{06FE6075-B4C7-480F-8C82-624F43496767}"/>
          </ac:spMkLst>
        </pc:spChg>
        <pc:spChg chg="add mod">
          <ac:chgData name="Sanford Rodrigues" userId="99bf1977d4a59380" providerId="LiveId" clId="{CEEEDCA6-6C3E-4099-BA08-2AE561C60E19}" dt="2025-12-26T01:35:42.842" v="1366" actId="552"/>
          <ac:spMkLst>
            <pc:docMk/>
            <pc:sldMk cId="2845877337" sldId="260"/>
            <ac:spMk id="16" creationId="{2818AB62-7B87-44ED-9FCF-1B1E54D73FC6}"/>
          </ac:spMkLst>
        </pc:spChg>
        <pc:spChg chg="del">
          <ac:chgData name="Sanford Rodrigues" userId="99bf1977d4a59380" providerId="LiveId" clId="{CEEEDCA6-6C3E-4099-BA08-2AE561C60E19}" dt="2025-12-26T01:19:05.098" v="844" actId="478"/>
          <ac:spMkLst>
            <pc:docMk/>
            <pc:sldMk cId="2845877337" sldId="260"/>
            <ac:spMk id="17" creationId="{7FCF39D4-8AF7-4327-B18D-C59B9C02C4D1}"/>
          </ac:spMkLst>
        </pc:spChg>
        <pc:spChg chg="del">
          <ac:chgData name="Sanford Rodrigues" userId="99bf1977d4a59380" providerId="LiveId" clId="{CEEEDCA6-6C3E-4099-BA08-2AE561C60E19}" dt="2025-12-26T01:19:05.098" v="844" actId="478"/>
          <ac:spMkLst>
            <pc:docMk/>
            <pc:sldMk cId="2845877337" sldId="260"/>
            <ac:spMk id="18" creationId="{A7CDCCA0-84A1-4542-A78C-74F240555A00}"/>
          </ac:spMkLst>
        </pc:spChg>
        <pc:picChg chg="add mod">
          <ac:chgData name="Sanford Rodrigues" userId="99bf1977d4a59380" providerId="LiveId" clId="{CEEEDCA6-6C3E-4099-BA08-2AE561C60E19}" dt="2025-12-26T01:35:50.156" v="1368" actId="552"/>
          <ac:picMkLst>
            <pc:docMk/>
            <pc:sldMk cId="2845877337" sldId="260"/>
            <ac:picMk id="1026" creationId="{8C3930AB-1C97-4CCE-BE17-9CB5F4C5FE32}"/>
          </ac:picMkLst>
        </pc:picChg>
        <pc:picChg chg="add mod">
          <ac:chgData name="Sanford Rodrigues" userId="99bf1977d4a59380" providerId="LiveId" clId="{CEEEDCA6-6C3E-4099-BA08-2AE561C60E19}" dt="2025-12-26T01:35:46.871" v="1367" actId="552"/>
          <ac:picMkLst>
            <pc:docMk/>
            <pc:sldMk cId="2845877337" sldId="260"/>
            <ac:picMk id="1028" creationId="{D204F5BF-9263-4853-BAA9-C2F8BA412B5E}"/>
          </ac:picMkLst>
        </pc:picChg>
        <pc:picChg chg="add mod">
          <ac:chgData name="Sanford Rodrigues" userId="99bf1977d4a59380" providerId="LiveId" clId="{CEEEDCA6-6C3E-4099-BA08-2AE561C60E19}" dt="2025-12-26T01:35:42.842" v="1366" actId="552"/>
          <ac:picMkLst>
            <pc:docMk/>
            <pc:sldMk cId="2845877337" sldId="260"/>
            <ac:picMk id="1030" creationId="{7C6E09B8-67E3-43E5-9949-EAA6A01265FA}"/>
          </ac:picMkLst>
        </pc:picChg>
        <pc:cxnChg chg="del">
          <ac:chgData name="Sanford Rodrigues" userId="99bf1977d4a59380" providerId="LiveId" clId="{CEEEDCA6-6C3E-4099-BA08-2AE561C60E19}" dt="2025-12-26T01:19:05.098" v="844" actId="478"/>
          <ac:cxnSpMkLst>
            <pc:docMk/>
            <pc:sldMk cId="2845877337" sldId="260"/>
            <ac:cxnSpMk id="10" creationId="{5D749ECF-C4F1-4F57-BC40-4A4A0F7B292B}"/>
          </ac:cxnSpMkLst>
        </pc:cxnChg>
      </pc:sldChg>
      <pc:sldChg chg="addSp delSp modSp add mod">
        <pc:chgData name="Sanford Rodrigues" userId="99bf1977d4a59380" providerId="LiveId" clId="{CEEEDCA6-6C3E-4099-BA08-2AE561C60E19}" dt="2025-12-26T02:31:00.702" v="2080" actId="12789"/>
        <pc:sldMkLst>
          <pc:docMk/>
          <pc:sldMk cId="1981658273" sldId="261"/>
        </pc:sldMkLst>
        <pc:spChg chg="mod">
          <ac:chgData name="Sanford Rodrigues" userId="99bf1977d4a59380" providerId="LiveId" clId="{CEEEDCA6-6C3E-4099-BA08-2AE561C60E19}" dt="2025-12-26T02:16:03.836" v="1544" actId="552"/>
          <ac:spMkLst>
            <pc:docMk/>
            <pc:sldMk cId="1981658273" sldId="261"/>
            <ac:spMk id="4" creationId="{1EED6A1F-3AB7-4126-B8E3-BF2782C9BA11}"/>
          </ac:spMkLst>
        </pc:spChg>
        <pc:spChg chg="del">
          <ac:chgData name="Sanford Rodrigues" userId="99bf1977d4a59380" providerId="LiveId" clId="{CEEEDCA6-6C3E-4099-BA08-2AE561C60E19}" dt="2025-12-26T01:57:32.703" v="1383" actId="478"/>
          <ac:spMkLst>
            <pc:docMk/>
            <pc:sldMk cId="1981658273" sldId="261"/>
            <ac:spMk id="8" creationId="{2FFC82CC-DE4D-49B3-B021-6A7CFB5E479F}"/>
          </ac:spMkLst>
        </pc:spChg>
        <pc:spChg chg="del">
          <ac:chgData name="Sanford Rodrigues" userId="99bf1977d4a59380" providerId="LiveId" clId="{CEEEDCA6-6C3E-4099-BA08-2AE561C60E19}" dt="2025-12-26T01:57:32.703" v="1383" actId="478"/>
          <ac:spMkLst>
            <pc:docMk/>
            <pc:sldMk cId="1981658273" sldId="261"/>
            <ac:spMk id="11" creationId="{A5D866E2-269D-49BD-8998-6B13C96C2D43}"/>
          </ac:spMkLst>
        </pc:spChg>
        <pc:spChg chg="del">
          <ac:chgData name="Sanford Rodrigues" userId="99bf1977d4a59380" providerId="LiveId" clId="{CEEEDCA6-6C3E-4099-BA08-2AE561C60E19}" dt="2025-12-26T01:57:32.703" v="1383" actId="478"/>
          <ac:spMkLst>
            <pc:docMk/>
            <pc:sldMk cId="1981658273" sldId="261"/>
            <ac:spMk id="12" creationId="{AAD81FCD-4346-407E-94E7-82B5964094D4}"/>
          </ac:spMkLst>
        </pc:spChg>
        <pc:spChg chg="del">
          <ac:chgData name="Sanford Rodrigues" userId="99bf1977d4a59380" providerId="LiveId" clId="{CEEEDCA6-6C3E-4099-BA08-2AE561C60E19}" dt="2025-12-26T01:57:32.703" v="1383" actId="478"/>
          <ac:spMkLst>
            <pc:docMk/>
            <pc:sldMk cId="1981658273" sldId="261"/>
            <ac:spMk id="13" creationId="{4BB613F0-BAF6-4163-BB89-1C380AF231A7}"/>
          </ac:spMkLst>
        </pc:spChg>
        <pc:spChg chg="del">
          <ac:chgData name="Sanford Rodrigues" userId="99bf1977d4a59380" providerId="LiveId" clId="{CEEEDCA6-6C3E-4099-BA08-2AE561C60E19}" dt="2025-12-26T01:57:32.703" v="1383" actId="478"/>
          <ac:spMkLst>
            <pc:docMk/>
            <pc:sldMk cId="1981658273" sldId="261"/>
            <ac:spMk id="14" creationId="{8F84D0EE-1561-40B9-8285-98BBC4EBD036}"/>
          </ac:spMkLst>
        </pc:spChg>
        <pc:spChg chg="del">
          <ac:chgData name="Sanford Rodrigues" userId="99bf1977d4a59380" providerId="LiveId" clId="{CEEEDCA6-6C3E-4099-BA08-2AE561C60E19}" dt="2025-12-26T01:57:32.703" v="1383" actId="478"/>
          <ac:spMkLst>
            <pc:docMk/>
            <pc:sldMk cId="1981658273" sldId="261"/>
            <ac:spMk id="16" creationId="{2818AB62-7B87-44ED-9FCF-1B1E54D73FC6}"/>
          </ac:spMkLst>
        </pc:spChg>
        <pc:spChg chg="add mod topLvl">
          <ac:chgData name="Sanford Rodrigues" userId="99bf1977d4a59380" providerId="LiveId" clId="{CEEEDCA6-6C3E-4099-BA08-2AE561C60E19}" dt="2025-12-26T02:30:38.181" v="2078" actId="165"/>
          <ac:spMkLst>
            <pc:docMk/>
            <pc:sldMk cId="1981658273" sldId="261"/>
            <ac:spMk id="19" creationId="{96483A29-560D-4F82-884D-F12C639D3CC5}"/>
          </ac:spMkLst>
        </pc:spChg>
        <pc:spChg chg="add mod topLvl">
          <ac:chgData name="Sanford Rodrigues" userId="99bf1977d4a59380" providerId="LiveId" clId="{CEEEDCA6-6C3E-4099-BA08-2AE561C60E19}" dt="2025-12-26T02:30:38.181" v="2078" actId="165"/>
          <ac:spMkLst>
            <pc:docMk/>
            <pc:sldMk cId="1981658273" sldId="261"/>
            <ac:spMk id="20" creationId="{78BF68F9-37D4-4DFF-B830-BCF48441DC36}"/>
          </ac:spMkLst>
        </pc:spChg>
        <pc:spChg chg="add mod topLvl">
          <ac:chgData name="Sanford Rodrigues" userId="99bf1977d4a59380" providerId="LiveId" clId="{CEEEDCA6-6C3E-4099-BA08-2AE561C60E19}" dt="2025-12-26T02:30:38.181" v="2078" actId="165"/>
          <ac:spMkLst>
            <pc:docMk/>
            <pc:sldMk cId="1981658273" sldId="261"/>
            <ac:spMk id="21" creationId="{A4C889B9-7FFC-4BAC-BF00-54ED5FE6FC5F}"/>
          </ac:spMkLst>
        </pc:spChg>
        <pc:spChg chg="add mod topLvl">
          <ac:chgData name="Sanford Rodrigues" userId="99bf1977d4a59380" providerId="LiveId" clId="{CEEEDCA6-6C3E-4099-BA08-2AE561C60E19}" dt="2025-12-26T02:30:38.181" v="2078" actId="165"/>
          <ac:spMkLst>
            <pc:docMk/>
            <pc:sldMk cId="1981658273" sldId="261"/>
            <ac:spMk id="22" creationId="{C186E5BB-A21A-4CEA-B5E4-96162A66D2F6}"/>
          </ac:spMkLst>
        </pc:spChg>
        <pc:spChg chg="add mod topLvl">
          <ac:chgData name="Sanford Rodrigues" userId="99bf1977d4a59380" providerId="LiveId" clId="{CEEEDCA6-6C3E-4099-BA08-2AE561C60E19}" dt="2025-12-26T02:31:00.702" v="2080" actId="12789"/>
          <ac:spMkLst>
            <pc:docMk/>
            <pc:sldMk cId="1981658273" sldId="261"/>
            <ac:spMk id="25" creationId="{C7C33E10-44C4-414C-B0B0-716F1B518460}"/>
          </ac:spMkLst>
        </pc:spChg>
        <pc:spChg chg="add mod">
          <ac:chgData name="Sanford Rodrigues" userId="99bf1977d4a59380" providerId="LiveId" clId="{CEEEDCA6-6C3E-4099-BA08-2AE561C60E19}" dt="2025-12-26T02:29:40.338" v="2041" actId="1036"/>
          <ac:spMkLst>
            <pc:docMk/>
            <pc:sldMk cId="1981658273" sldId="261"/>
            <ac:spMk id="32" creationId="{60487EDB-D901-45DE-AEA9-98FBA97FC960}"/>
          </ac:spMkLst>
        </pc:spChg>
        <pc:spChg chg="add del mod">
          <ac:chgData name="Sanford Rodrigues" userId="99bf1977d4a59380" providerId="LiveId" clId="{CEEEDCA6-6C3E-4099-BA08-2AE561C60E19}" dt="2025-12-26T02:15:36.128" v="1538" actId="478"/>
          <ac:spMkLst>
            <pc:docMk/>
            <pc:sldMk cId="1981658273" sldId="261"/>
            <ac:spMk id="33" creationId="{71866658-935E-445D-90BE-BDE2EFB91F1A}"/>
          </ac:spMkLst>
        </pc:spChg>
        <pc:spChg chg="add del mod">
          <ac:chgData name="Sanford Rodrigues" userId="99bf1977d4a59380" providerId="LiveId" clId="{CEEEDCA6-6C3E-4099-BA08-2AE561C60E19}" dt="2025-12-26T02:15:36.128" v="1538" actId="478"/>
          <ac:spMkLst>
            <pc:docMk/>
            <pc:sldMk cId="1981658273" sldId="261"/>
            <ac:spMk id="34" creationId="{9539BC10-A4D3-4045-88CA-612941BEEC37}"/>
          </ac:spMkLst>
        </pc:spChg>
        <pc:spChg chg="add del mod">
          <ac:chgData name="Sanford Rodrigues" userId="99bf1977d4a59380" providerId="LiveId" clId="{CEEEDCA6-6C3E-4099-BA08-2AE561C60E19}" dt="2025-12-26T02:15:36.128" v="1538" actId="478"/>
          <ac:spMkLst>
            <pc:docMk/>
            <pc:sldMk cId="1981658273" sldId="261"/>
            <ac:spMk id="35" creationId="{3E12AEF5-EADD-4A99-835C-8AFA79B37164}"/>
          </ac:spMkLst>
        </pc:spChg>
        <pc:spChg chg="add del mod">
          <ac:chgData name="Sanford Rodrigues" userId="99bf1977d4a59380" providerId="LiveId" clId="{CEEEDCA6-6C3E-4099-BA08-2AE561C60E19}" dt="2025-12-26T02:18:51.525" v="1772" actId="478"/>
          <ac:spMkLst>
            <pc:docMk/>
            <pc:sldMk cId="1981658273" sldId="261"/>
            <ac:spMk id="37" creationId="{52F61C7F-C825-404D-8E2D-95C371EF5074}"/>
          </ac:spMkLst>
        </pc:spChg>
        <pc:grpChg chg="add del mod">
          <ac:chgData name="Sanford Rodrigues" userId="99bf1977d4a59380" providerId="LiveId" clId="{CEEEDCA6-6C3E-4099-BA08-2AE561C60E19}" dt="2025-12-26T02:14:36.744" v="1516" actId="165"/>
          <ac:grpSpMkLst>
            <pc:docMk/>
            <pc:sldMk cId="1981658273" sldId="261"/>
            <ac:grpSpMk id="6" creationId="{7EDD2A93-BA75-42BD-A090-A736613AA1FE}"/>
          </ac:grpSpMkLst>
        </pc:grpChg>
        <pc:grpChg chg="add del mod">
          <ac:chgData name="Sanford Rodrigues" userId="99bf1977d4a59380" providerId="LiveId" clId="{CEEEDCA6-6C3E-4099-BA08-2AE561C60E19}" dt="2025-12-26T02:14:36.744" v="1516" actId="165"/>
          <ac:grpSpMkLst>
            <pc:docMk/>
            <pc:sldMk cId="1981658273" sldId="261"/>
            <ac:grpSpMk id="7" creationId="{226FCE76-57BF-41CC-8651-3DA2C7C8E497}"/>
          </ac:grpSpMkLst>
        </pc:grpChg>
        <pc:grpChg chg="add del mod">
          <ac:chgData name="Sanford Rodrigues" userId="99bf1977d4a59380" providerId="LiveId" clId="{CEEEDCA6-6C3E-4099-BA08-2AE561C60E19}" dt="2025-12-26T02:14:36.744" v="1516" actId="165"/>
          <ac:grpSpMkLst>
            <pc:docMk/>
            <pc:sldMk cId="1981658273" sldId="261"/>
            <ac:grpSpMk id="9" creationId="{844CA193-4E5F-4C9A-B85C-F302F742D6E5}"/>
          </ac:grpSpMkLst>
        </pc:grpChg>
        <pc:grpChg chg="add del mod">
          <ac:chgData name="Sanford Rodrigues" userId="99bf1977d4a59380" providerId="LiveId" clId="{CEEEDCA6-6C3E-4099-BA08-2AE561C60E19}" dt="2025-12-26T02:14:36.744" v="1516" actId="165"/>
          <ac:grpSpMkLst>
            <pc:docMk/>
            <pc:sldMk cId="1981658273" sldId="261"/>
            <ac:grpSpMk id="10" creationId="{48491572-9650-4DDD-BDA9-7419074DFDB9}"/>
          </ac:grpSpMkLst>
        </pc:grpChg>
        <pc:grpChg chg="add del mod">
          <ac:chgData name="Sanford Rodrigues" userId="99bf1977d4a59380" providerId="LiveId" clId="{CEEEDCA6-6C3E-4099-BA08-2AE561C60E19}" dt="2025-12-26T02:15:49.343" v="1541" actId="165"/>
          <ac:grpSpMkLst>
            <pc:docMk/>
            <pc:sldMk cId="1981658273" sldId="261"/>
            <ac:grpSpMk id="15" creationId="{27964656-7550-4F1D-836F-731250C8C75A}"/>
          </ac:grpSpMkLst>
        </pc:grpChg>
        <pc:grpChg chg="add mod topLvl">
          <ac:chgData name="Sanford Rodrigues" userId="99bf1977d4a59380" providerId="LiveId" clId="{CEEEDCA6-6C3E-4099-BA08-2AE561C60E19}" dt="2025-12-26T02:30:38.181" v="2078" actId="165"/>
          <ac:grpSpMkLst>
            <pc:docMk/>
            <pc:sldMk cId="1981658273" sldId="261"/>
            <ac:grpSpMk id="17" creationId="{E839004F-413A-4C01-87F5-DA24748A866A}"/>
          </ac:grpSpMkLst>
        </pc:grpChg>
        <pc:grpChg chg="add mod topLvl">
          <ac:chgData name="Sanford Rodrigues" userId="99bf1977d4a59380" providerId="LiveId" clId="{CEEEDCA6-6C3E-4099-BA08-2AE561C60E19}" dt="2025-12-26T02:30:38.181" v="2078" actId="165"/>
          <ac:grpSpMkLst>
            <pc:docMk/>
            <pc:sldMk cId="1981658273" sldId="261"/>
            <ac:grpSpMk id="18" creationId="{2E776ECF-3111-462E-B099-2988C63C8968}"/>
          </ac:grpSpMkLst>
        </pc:grpChg>
        <pc:grpChg chg="add mod topLvl">
          <ac:chgData name="Sanford Rodrigues" userId="99bf1977d4a59380" providerId="LiveId" clId="{CEEEDCA6-6C3E-4099-BA08-2AE561C60E19}" dt="2025-12-26T02:30:38.181" v="2078" actId="165"/>
          <ac:grpSpMkLst>
            <pc:docMk/>
            <pc:sldMk cId="1981658273" sldId="261"/>
            <ac:grpSpMk id="23" creationId="{543C2E2C-ED13-48B9-B73C-2025872B4388}"/>
          </ac:grpSpMkLst>
        </pc:grpChg>
        <pc:grpChg chg="add mod topLvl">
          <ac:chgData name="Sanford Rodrigues" userId="99bf1977d4a59380" providerId="LiveId" clId="{CEEEDCA6-6C3E-4099-BA08-2AE561C60E19}" dt="2025-12-26T02:30:38.181" v="2078" actId="165"/>
          <ac:grpSpMkLst>
            <pc:docMk/>
            <pc:sldMk cId="1981658273" sldId="261"/>
            <ac:grpSpMk id="24" creationId="{51438A56-012C-45C9-AAB2-50C786BD7A13}"/>
          </ac:grpSpMkLst>
        </pc:grpChg>
        <pc:grpChg chg="add del mod topLvl">
          <ac:chgData name="Sanford Rodrigues" userId="99bf1977d4a59380" providerId="LiveId" clId="{CEEEDCA6-6C3E-4099-BA08-2AE561C60E19}" dt="2025-12-26T02:30:38.181" v="2078" actId="165"/>
          <ac:grpSpMkLst>
            <pc:docMk/>
            <pc:sldMk cId="1981658273" sldId="261"/>
            <ac:grpSpMk id="28" creationId="{4350A889-EF20-49BF-8CC0-1B1471FFB30B}"/>
          </ac:grpSpMkLst>
        </pc:grpChg>
        <pc:grpChg chg="add del mod">
          <ac:chgData name="Sanford Rodrigues" userId="99bf1977d4a59380" providerId="LiveId" clId="{CEEEDCA6-6C3E-4099-BA08-2AE561C60E19}" dt="2025-12-26T02:30:36.864" v="2077" actId="165"/>
          <ac:grpSpMkLst>
            <pc:docMk/>
            <pc:sldMk cId="1981658273" sldId="261"/>
            <ac:grpSpMk id="29" creationId="{C21A4139-B879-417F-897F-6E291BD65A15}"/>
          </ac:grpSpMkLst>
        </pc:grpChg>
        <pc:grpChg chg="add mod">
          <ac:chgData name="Sanford Rodrigues" userId="99bf1977d4a59380" providerId="LiveId" clId="{CEEEDCA6-6C3E-4099-BA08-2AE561C60E19}" dt="2025-12-26T02:31:00.702" v="2080" actId="12789"/>
          <ac:grpSpMkLst>
            <pc:docMk/>
            <pc:sldMk cId="1981658273" sldId="261"/>
            <ac:grpSpMk id="30" creationId="{2145752E-33B3-46F3-A5EE-418E2A88FE1F}"/>
          </ac:grpSpMkLst>
        </pc:grpChg>
        <pc:picChg chg="del">
          <ac:chgData name="Sanford Rodrigues" userId="99bf1977d4a59380" providerId="LiveId" clId="{CEEEDCA6-6C3E-4099-BA08-2AE561C60E19}" dt="2025-12-26T01:57:32.703" v="1383" actId="478"/>
          <ac:picMkLst>
            <pc:docMk/>
            <pc:sldMk cId="1981658273" sldId="261"/>
            <ac:picMk id="1026" creationId="{8C3930AB-1C97-4CCE-BE17-9CB5F4C5FE32}"/>
          </ac:picMkLst>
        </pc:picChg>
        <pc:picChg chg="del">
          <ac:chgData name="Sanford Rodrigues" userId="99bf1977d4a59380" providerId="LiveId" clId="{CEEEDCA6-6C3E-4099-BA08-2AE561C60E19}" dt="2025-12-26T01:57:32.703" v="1383" actId="478"/>
          <ac:picMkLst>
            <pc:docMk/>
            <pc:sldMk cId="1981658273" sldId="261"/>
            <ac:picMk id="1028" creationId="{D204F5BF-9263-4853-BAA9-C2F8BA412B5E}"/>
          </ac:picMkLst>
        </pc:picChg>
        <pc:picChg chg="del">
          <ac:chgData name="Sanford Rodrigues" userId="99bf1977d4a59380" providerId="LiveId" clId="{CEEEDCA6-6C3E-4099-BA08-2AE561C60E19}" dt="2025-12-26T01:57:32.703" v="1383" actId="478"/>
          <ac:picMkLst>
            <pc:docMk/>
            <pc:sldMk cId="1981658273" sldId="261"/>
            <ac:picMk id="1030" creationId="{7C6E09B8-67E3-43E5-9949-EAA6A01265FA}"/>
          </ac:picMkLst>
        </pc:picChg>
        <pc:picChg chg="add mod topLvl">
          <ac:chgData name="Sanford Rodrigues" userId="99bf1977d4a59380" providerId="LiveId" clId="{CEEEDCA6-6C3E-4099-BA08-2AE561C60E19}" dt="2025-12-26T02:30:38.181" v="2078" actId="165"/>
          <ac:picMkLst>
            <pc:docMk/>
            <pc:sldMk cId="1981658273" sldId="261"/>
            <ac:picMk id="2050" creationId="{AAA107A0-103E-46D2-9FF7-5494FE76534A}"/>
          </ac:picMkLst>
        </pc:picChg>
        <pc:picChg chg="add mod topLvl">
          <ac:chgData name="Sanford Rodrigues" userId="99bf1977d4a59380" providerId="LiveId" clId="{CEEEDCA6-6C3E-4099-BA08-2AE561C60E19}" dt="2025-12-26T02:30:38.181" v="2078" actId="165"/>
          <ac:picMkLst>
            <pc:docMk/>
            <pc:sldMk cId="1981658273" sldId="261"/>
            <ac:picMk id="2052" creationId="{FFB593C9-BC72-4836-8B1E-CD918FE734E0}"/>
          </ac:picMkLst>
        </pc:picChg>
        <pc:picChg chg="add mod topLvl">
          <ac:chgData name="Sanford Rodrigues" userId="99bf1977d4a59380" providerId="LiveId" clId="{CEEEDCA6-6C3E-4099-BA08-2AE561C60E19}" dt="2025-12-26T02:30:38.181" v="2078" actId="165"/>
          <ac:picMkLst>
            <pc:docMk/>
            <pc:sldMk cId="1981658273" sldId="261"/>
            <ac:picMk id="2054" creationId="{87553CBF-1D02-4225-AE54-0A3B5CBA48CE}"/>
          </ac:picMkLst>
        </pc:picChg>
        <pc:picChg chg="add mod topLvl">
          <ac:chgData name="Sanford Rodrigues" userId="99bf1977d4a59380" providerId="LiveId" clId="{CEEEDCA6-6C3E-4099-BA08-2AE561C60E19}" dt="2025-12-26T02:30:38.181" v="2078" actId="165"/>
          <ac:picMkLst>
            <pc:docMk/>
            <pc:sldMk cId="1981658273" sldId="261"/>
            <ac:picMk id="2056" creationId="{4E544DD7-94EB-47C9-AB4E-6681B7F79D91}"/>
          </ac:picMkLst>
        </pc:picChg>
        <pc:picChg chg="add del mod">
          <ac:chgData name="Sanford Rodrigues" userId="99bf1977d4a59380" providerId="LiveId" clId="{CEEEDCA6-6C3E-4099-BA08-2AE561C60E19}" dt="2025-12-26T02:03:28.027" v="1401" actId="478"/>
          <ac:picMkLst>
            <pc:docMk/>
            <pc:sldMk cId="1981658273" sldId="261"/>
            <ac:picMk id="2058" creationId="{5323F0BD-A78B-43A8-B6F4-5FC785502E96}"/>
          </ac:picMkLst>
        </pc:picChg>
        <pc:picChg chg="add del mod">
          <ac:chgData name="Sanford Rodrigues" userId="99bf1977d4a59380" providerId="LiveId" clId="{CEEEDCA6-6C3E-4099-BA08-2AE561C60E19}" dt="2025-12-26T02:04:20.566" v="1409" actId="478"/>
          <ac:picMkLst>
            <pc:docMk/>
            <pc:sldMk cId="1981658273" sldId="261"/>
            <ac:picMk id="2060" creationId="{C9A42D3D-91E5-443B-899C-A4B4C0CCFE66}"/>
          </ac:picMkLst>
        </pc:picChg>
        <pc:picChg chg="add mod">
          <ac:chgData name="Sanford Rodrigues" userId="99bf1977d4a59380" providerId="LiveId" clId="{CEEEDCA6-6C3E-4099-BA08-2AE561C60E19}" dt="2025-12-26T02:26:05.615" v="2019" actId="1036"/>
          <ac:picMkLst>
            <pc:docMk/>
            <pc:sldMk cId="1981658273" sldId="261"/>
            <ac:picMk id="2062" creationId="{A5045A2C-BD1F-4E61-8110-9ADCF06DDE34}"/>
          </ac:picMkLst>
        </pc:picChg>
        <pc:cxnChg chg="add mod topLvl">
          <ac:chgData name="Sanford Rodrigues" userId="99bf1977d4a59380" providerId="LiveId" clId="{CEEEDCA6-6C3E-4099-BA08-2AE561C60E19}" dt="2025-12-26T02:30:56.584" v="2079" actId="164"/>
          <ac:cxnSpMkLst>
            <pc:docMk/>
            <pc:sldMk cId="1981658273" sldId="261"/>
            <ac:cxnSpMk id="3" creationId="{9BD53228-74D4-4BBF-97D2-EA9505EC8504}"/>
          </ac:cxnSpMkLst>
        </pc:cxnChg>
        <pc:cxnChg chg="add mod topLvl">
          <ac:chgData name="Sanford Rodrigues" userId="99bf1977d4a59380" providerId="LiveId" clId="{CEEEDCA6-6C3E-4099-BA08-2AE561C60E19}" dt="2025-12-26T02:30:56.584" v="2079" actId="164"/>
          <ac:cxnSpMkLst>
            <pc:docMk/>
            <pc:sldMk cId="1981658273" sldId="261"/>
            <ac:cxnSpMk id="26" creationId="{585C4235-34D7-40A2-BF72-24B49A19E13F}"/>
          </ac:cxnSpMkLst>
        </pc:cxnChg>
        <pc:cxnChg chg="add mod topLvl">
          <ac:chgData name="Sanford Rodrigues" userId="99bf1977d4a59380" providerId="LiveId" clId="{CEEEDCA6-6C3E-4099-BA08-2AE561C60E19}" dt="2025-12-26T02:30:56.584" v="2079" actId="164"/>
          <ac:cxnSpMkLst>
            <pc:docMk/>
            <pc:sldMk cId="1981658273" sldId="261"/>
            <ac:cxnSpMk id="27" creationId="{99E1B258-EA7B-45F1-B66E-272C4277AC68}"/>
          </ac:cxnSpMkLst>
        </pc:cxnChg>
      </pc:sldChg>
      <pc:sldChg chg="new del">
        <pc:chgData name="Sanford Rodrigues" userId="99bf1977d4a59380" providerId="LiveId" clId="{CEEEDCA6-6C3E-4099-BA08-2AE561C60E19}" dt="2025-12-26T02:31:55.831" v="2083" actId="47"/>
        <pc:sldMkLst>
          <pc:docMk/>
          <pc:sldMk cId="1059901646" sldId="262"/>
        </pc:sldMkLst>
      </pc:sldChg>
      <pc:sldChg chg="addSp delSp modSp add mod">
        <pc:chgData name="Sanford Rodrigues" userId="99bf1977d4a59380" providerId="LiveId" clId="{CEEEDCA6-6C3E-4099-BA08-2AE561C60E19}" dt="2025-12-26T04:31:13.226" v="3519" actId="122"/>
        <pc:sldMkLst>
          <pc:docMk/>
          <pc:sldMk cId="5555902" sldId="263"/>
        </pc:sldMkLst>
        <pc:spChg chg="mod">
          <ac:chgData name="Sanford Rodrigues" userId="99bf1977d4a59380" providerId="LiveId" clId="{CEEEDCA6-6C3E-4099-BA08-2AE561C60E19}" dt="2025-12-26T02:32:32.719" v="2130" actId="20577"/>
          <ac:spMkLst>
            <pc:docMk/>
            <pc:sldMk cId="5555902" sldId="263"/>
            <ac:spMk id="4" creationId="{1EED6A1F-3AB7-4126-B8E3-BF2782C9BA11}"/>
          </ac:spMkLst>
        </pc:spChg>
        <pc:spChg chg="add mod ord">
          <ac:chgData name="Sanford Rodrigues" userId="99bf1977d4a59380" providerId="LiveId" clId="{CEEEDCA6-6C3E-4099-BA08-2AE561C60E19}" dt="2025-12-26T04:13:25.138" v="3167" actId="20577"/>
          <ac:spMkLst>
            <pc:docMk/>
            <pc:sldMk cId="5555902" sldId="263"/>
            <ac:spMk id="7" creationId="{EA1512D3-5AB6-41FE-8FA6-9209772330E5}"/>
          </ac:spMkLst>
        </pc:spChg>
        <pc:spChg chg="add mod ord">
          <ac:chgData name="Sanford Rodrigues" userId="99bf1977d4a59380" providerId="LiveId" clId="{CEEEDCA6-6C3E-4099-BA08-2AE561C60E19}" dt="2025-12-26T04:11:32.748" v="3097" actId="12789"/>
          <ac:spMkLst>
            <pc:docMk/>
            <pc:sldMk cId="5555902" sldId="263"/>
            <ac:spMk id="8" creationId="{44386E01-5926-446B-9CF6-BF8A6C50EC5D}"/>
          </ac:spMkLst>
        </pc:spChg>
        <pc:spChg chg="add mod ord">
          <ac:chgData name="Sanford Rodrigues" userId="99bf1977d4a59380" providerId="LiveId" clId="{CEEEDCA6-6C3E-4099-BA08-2AE561C60E19}" dt="2025-12-26T04:12:20.544" v="3101" actId="12789"/>
          <ac:spMkLst>
            <pc:docMk/>
            <pc:sldMk cId="5555902" sldId="263"/>
            <ac:spMk id="9" creationId="{425DA158-D268-4C81-9798-5BBAF330D8CD}"/>
          </ac:spMkLst>
        </pc:spChg>
        <pc:spChg chg="add mod">
          <ac:chgData name="Sanford Rodrigues" userId="99bf1977d4a59380" providerId="LiveId" clId="{CEEEDCA6-6C3E-4099-BA08-2AE561C60E19}" dt="2025-12-26T04:30:19.226" v="3440" actId="14100"/>
          <ac:spMkLst>
            <pc:docMk/>
            <pc:sldMk cId="5555902" sldId="263"/>
            <ac:spMk id="16" creationId="{C3D2316C-1959-4971-8978-CDA5A4B688C5}"/>
          </ac:spMkLst>
        </pc:spChg>
        <pc:spChg chg="del">
          <ac:chgData name="Sanford Rodrigues" userId="99bf1977d4a59380" providerId="LiveId" clId="{CEEEDCA6-6C3E-4099-BA08-2AE561C60E19}" dt="2025-12-26T02:32:01.432" v="2084" actId="478"/>
          <ac:spMkLst>
            <pc:docMk/>
            <pc:sldMk cId="5555902" sldId="263"/>
            <ac:spMk id="25" creationId="{C7C33E10-44C4-414C-B0B0-716F1B518460}"/>
          </ac:spMkLst>
        </pc:spChg>
        <pc:spChg chg="add mod">
          <ac:chgData name="Sanford Rodrigues" userId="99bf1977d4a59380" providerId="LiveId" clId="{CEEEDCA6-6C3E-4099-BA08-2AE561C60E19}" dt="2025-12-26T02:37:17.648" v="2463" actId="6549"/>
          <ac:spMkLst>
            <pc:docMk/>
            <pc:sldMk cId="5555902" sldId="263"/>
            <ac:spMk id="28" creationId="{05D6DECA-CA2F-4960-BAC5-C29DEB8DBD59}"/>
          </ac:spMkLst>
        </pc:spChg>
        <pc:spChg chg="add del mod">
          <ac:chgData name="Sanford Rodrigues" userId="99bf1977d4a59380" providerId="LiveId" clId="{CEEEDCA6-6C3E-4099-BA08-2AE561C60E19}" dt="2025-12-26T02:52:00.476" v="2492" actId="478"/>
          <ac:spMkLst>
            <pc:docMk/>
            <pc:sldMk cId="5555902" sldId="263"/>
            <ac:spMk id="29" creationId="{0506C4CE-112B-4410-9242-32E7C6E720EC}"/>
          </ac:spMkLst>
        </pc:spChg>
        <pc:spChg chg="add mod">
          <ac:chgData name="Sanford Rodrigues" userId="99bf1977d4a59380" providerId="LiveId" clId="{CEEEDCA6-6C3E-4099-BA08-2AE561C60E19}" dt="2025-12-26T04:31:13.226" v="3519" actId="122"/>
          <ac:spMkLst>
            <pc:docMk/>
            <pc:sldMk cId="5555902" sldId="263"/>
            <ac:spMk id="31" creationId="{7CF3D1C8-F755-4283-BB94-EA63B62FA793}"/>
          </ac:spMkLst>
        </pc:spChg>
        <pc:spChg chg="del">
          <ac:chgData name="Sanford Rodrigues" userId="99bf1977d4a59380" providerId="LiveId" clId="{CEEEDCA6-6C3E-4099-BA08-2AE561C60E19}" dt="2025-12-26T02:32:01.432" v="2084" actId="478"/>
          <ac:spMkLst>
            <pc:docMk/>
            <pc:sldMk cId="5555902" sldId="263"/>
            <ac:spMk id="32" creationId="{60487EDB-D901-45DE-AEA9-98FBA97FC960}"/>
          </ac:spMkLst>
        </pc:spChg>
        <pc:spChg chg="add mod">
          <ac:chgData name="Sanford Rodrigues" userId="99bf1977d4a59380" providerId="LiveId" clId="{CEEEDCA6-6C3E-4099-BA08-2AE561C60E19}" dt="2025-12-26T04:31:13.226" v="3519" actId="122"/>
          <ac:spMkLst>
            <pc:docMk/>
            <pc:sldMk cId="5555902" sldId="263"/>
            <ac:spMk id="33" creationId="{9E6BE431-6233-4999-8A5D-C2FC823F6462}"/>
          </ac:spMkLst>
        </pc:spChg>
        <pc:spChg chg="add mod">
          <ac:chgData name="Sanford Rodrigues" userId="99bf1977d4a59380" providerId="LiveId" clId="{CEEEDCA6-6C3E-4099-BA08-2AE561C60E19}" dt="2025-12-26T04:10:21.539" v="3092" actId="552"/>
          <ac:spMkLst>
            <pc:docMk/>
            <pc:sldMk cId="5555902" sldId="263"/>
            <ac:spMk id="34" creationId="{AB30AC0E-3BA0-4B29-92DA-8F20413540BC}"/>
          </ac:spMkLst>
        </pc:spChg>
        <pc:grpChg chg="del">
          <ac:chgData name="Sanford Rodrigues" userId="99bf1977d4a59380" providerId="LiveId" clId="{CEEEDCA6-6C3E-4099-BA08-2AE561C60E19}" dt="2025-12-26T02:32:01.432" v="2084" actId="478"/>
          <ac:grpSpMkLst>
            <pc:docMk/>
            <pc:sldMk cId="5555902" sldId="263"/>
            <ac:grpSpMk id="17" creationId="{E839004F-413A-4C01-87F5-DA24748A866A}"/>
          </ac:grpSpMkLst>
        </pc:grpChg>
        <pc:grpChg chg="del">
          <ac:chgData name="Sanford Rodrigues" userId="99bf1977d4a59380" providerId="LiveId" clId="{CEEEDCA6-6C3E-4099-BA08-2AE561C60E19}" dt="2025-12-26T02:32:01.432" v="2084" actId="478"/>
          <ac:grpSpMkLst>
            <pc:docMk/>
            <pc:sldMk cId="5555902" sldId="263"/>
            <ac:grpSpMk id="18" creationId="{2E776ECF-3111-462E-B099-2988C63C8968}"/>
          </ac:grpSpMkLst>
        </pc:grpChg>
        <pc:grpChg chg="del">
          <ac:chgData name="Sanford Rodrigues" userId="99bf1977d4a59380" providerId="LiveId" clId="{CEEEDCA6-6C3E-4099-BA08-2AE561C60E19}" dt="2025-12-26T02:32:01.432" v="2084" actId="478"/>
          <ac:grpSpMkLst>
            <pc:docMk/>
            <pc:sldMk cId="5555902" sldId="263"/>
            <ac:grpSpMk id="23" creationId="{543C2E2C-ED13-48B9-B73C-2025872B4388}"/>
          </ac:grpSpMkLst>
        </pc:grpChg>
        <pc:grpChg chg="del">
          <ac:chgData name="Sanford Rodrigues" userId="99bf1977d4a59380" providerId="LiveId" clId="{CEEEDCA6-6C3E-4099-BA08-2AE561C60E19}" dt="2025-12-26T02:32:01.432" v="2084" actId="478"/>
          <ac:grpSpMkLst>
            <pc:docMk/>
            <pc:sldMk cId="5555902" sldId="263"/>
            <ac:grpSpMk id="24" creationId="{51438A56-012C-45C9-AAB2-50C786BD7A13}"/>
          </ac:grpSpMkLst>
        </pc:grpChg>
        <pc:grpChg chg="del">
          <ac:chgData name="Sanford Rodrigues" userId="99bf1977d4a59380" providerId="LiveId" clId="{CEEEDCA6-6C3E-4099-BA08-2AE561C60E19}" dt="2025-12-26T02:32:01.432" v="2084" actId="478"/>
          <ac:grpSpMkLst>
            <pc:docMk/>
            <pc:sldMk cId="5555902" sldId="263"/>
            <ac:grpSpMk id="30" creationId="{2145752E-33B3-46F3-A5EE-418E2A88FE1F}"/>
          </ac:grpSpMkLst>
        </pc:grpChg>
        <pc:picChg chg="add mod">
          <ac:chgData name="Sanford Rodrigues" userId="99bf1977d4a59380" providerId="LiveId" clId="{CEEEDCA6-6C3E-4099-BA08-2AE561C60E19}" dt="2025-12-26T04:11:27.126" v="3095" actId="552"/>
          <ac:picMkLst>
            <pc:docMk/>
            <pc:sldMk cId="5555902" sldId="263"/>
            <ac:picMk id="1026" creationId="{F16BCD2A-5B5F-462B-9305-E30E406A5D6A}"/>
          </ac:picMkLst>
        </pc:picChg>
        <pc:picChg chg="add mod">
          <ac:chgData name="Sanford Rodrigues" userId="99bf1977d4a59380" providerId="LiveId" clId="{CEEEDCA6-6C3E-4099-BA08-2AE561C60E19}" dt="2025-12-26T04:12:24.817" v="3102" actId="552"/>
          <ac:picMkLst>
            <pc:docMk/>
            <pc:sldMk cId="5555902" sldId="263"/>
            <ac:picMk id="1028" creationId="{7F113486-6ABC-4076-B952-75EABBFEC774}"/>
          </ac:picMkLst>
        </pc:picChg>
        <pc:picChg chg="add mod">
          <ac:chgData name="Sanford Rodrigues" userId="99bf1977d4a59380" providerId="LiveId" clId="{CEEEDCA6-6C3E-4099-BA08-2AE561C60E19}" dt="2025-12-26T04:12:24.817" v="3102" actId="552"/>
          <ac:picMkLst>
            <pc:docMk/>
            <pc:sldMk cId="5555902" sldId="263"/>
            <ac:picMk id="1030" creationId="{088B0E2E-1D88-46F2-9688-5E79B2CE9F0E}"/>
          </ac:picMkLst>
        </pc:picChg>
        <pc:picChg chg="del">
          <ac:chgData name="Sanford Rodrigues" userId="99bf1977d4a59380" providerId="LiveId" clId="{CEEEDCA6-6C3E-4099-BA08-2AE561C60E19}" dt="2025-12-26T02:32:01.432" v="2084" actId="478"/>
          <ac:picMkLst>
            <pc:docMk/>
            <pc:sldMk cId="5555902" sldId="263"/>
            <ac:picMk id="2062" creationId="{A5045A2C-BD1F-4E61-8110-9ADCF06DDE34}"/>
          </ac:picMkLst>
        </pc:picChg>
        <pc:cxnChg chg="add mod ord">
          <ac:chgData name="Sanford Rodrigues" userId="99bf1977d4a59380" providerId="LiveId" clId="{CEEEDCA6-6C3E-4099-BA08-2AE561C60E19}" dt="2025-12-26T04:07:28.166" v="3083" actId="552"/>
          <ac:cxnSpMkLst>
            <pc:docMk/>
            <pc:sldMk cId="5555902" sldId="263"/>
            <ac:cxnSpMk id="3" creationId="{5547E603-2BC3-4400-BCE4-65D2C8C4113E}"/>
          </ac:cxnSpMkLst>
        </pc:cxnChg>
        <pc:cxnChg chg="add mod ord">
          <ac:chgData name="Sanford Rodrigues" userId="99bf1977d4a59380" providerId="LiveId" clId="{CEEEDCA6-6C3E-4099-BA08-2AE561C60E19}" dt="2025-12-26T04:07:28.166" v="3083" actId="552"/>
          <ac:cxnSpMkLst>
            <pc:docMk/>
            <pc:sldMk cId="5555902" sldId="263"/>
            <ac:cxnSpMk id="12" creationId="{87A87323-242F-403A-8C91-EB5F3740A9DA}"/>
          </ac:cxnSpMkLst>
        </pc:cxnChg>
      </pc:sldChg>
      <pc:sldChg chg="addSp delSp modSp add mod">
        <pc:chgData name="Sanford Rodrigues" userId="99bf1977d4a59380" providerId="LiveId" clId="{CEEEDCA6-6C3E-4099-BA08-2AE561C60E19}" dt="2025-12-26T04:39:29.225" v="3743" actId="113"/>
        <pc:sldMkLst>
          <pc:docMk/>
          <pc:sldMk cId="1913947529" sldId="264"/>
        </pc:sldMkLst>
        <pc:spChg chg="mod">
          <ac:chgData name="Sanford Rodrigues" userId="99bf1977d4a59380" providerId="LiveId" clId="{CEEEDCA6-6C3E-4099-BA08-2AE561C60E19}" dt="2025-12-26T04:30:34.579" v="3458" actId="20577"/>
          <ac:spMkLst>
            <pc:docMk/>
            <pc:sldMk cId="1913947529" sldId="264"/>
            <ac:spMk id="4" creationId="{1EED6A1F-3AB7-4126-B8E3-BF2782C9BA11}"/>
          </ac:spMkLst>
        </pc:spChg>
        <pc:spChg chg="del">
          <ac:chgData name="Sanford Rodrigues" userId="99bf1977d4a59380" providerId="LiveId" clId="{CEEEDCA6-6C3E-4099-BA08-2AE561C60E19}" dt="2025-12-26T04:32:32.771" v="3526" actId="478"/>
          <ac:spMkLst>
            <pc:docMk/>
            <pc:sldMk cId="1913947529" sldId="264"/>
            <ac:spMk id="7" creationId="{EA1512D3-5AB6-41FE-8FA6-9209772330E5}"/>
          </ac:spMkLst>
        </pc:spChg>
        <pc:spChg chg="del">
          <ac:chgData name="Sanford Rodrigues" userId="99bf1977d4a59380" providerId="LiveId" clId="{CEEEDCA6-6C3E-4099-BA08-2AE561C60E19}" dt="2025-12-26T04:32:32.771" v="3526" actId="478"/>
          <ac:spMkLst>
            <pc:docMk/>
            <pc:sldMk cId="1913947529" sldId="264"/>
            <ac:spMk id="8" creationId="{44386E01-5926-446B-9CF6-BF8A6C50EC5D}"/>
          </ac:spMkLst>
        </pc:spChg>
        <pc:spChg chg="del">
          <ac:chgData name="Sanford Rodrigues" userId="99bf1977d4a59380" providerId="LiveId" clId="{CEEEDCA6-6C3E-4099-BA08-2AE561C60E19}" dt="2025-12-26T04:32:32.771" v="3526" actId="478"/>
          <ac:spMkLst>
            <pc:docMk/>
            <pc:sldMk cId="1913947529" sldId="264"/>
            <ac:spMk id="9" creationId="{425DA158-D268-4C81-9798-5BBAF330D8CD}"/>
          </ac:spMkLst>
        </pc:spChg>
        <pc:spChg chg="mod">
          <ac:chgData name="Sanford Rodrigues" userId="99bf1977d4a59380" providerId="LiveId" clId="{CEEEDCA6-6C3E-4099-BA08-2AE561C60E19}" dt="2025-12-26T04:36:52.051" v="3722" actId="1076"/>
          <ac:spMkLst>
            <pc:docMk/>
            <pc:sldMk cId="1913947529" sldId="264"/>
            <ac:spMk id="16" creationId="{C3D2316C-1959-4971-8978-CDA5A4B688C5}"/>
          </ac:spMkLst>
        </pc:spChg>
        <pc:spChg chg="mod">
          <ac:chgData name="Sanford Rodrigues" userId="99bf1977d4a59380" providerId="LiveId" clId="{CEEEDCA6-6C3E-4099-BA08-2AE561C60E19}" dt="2025-12-26T04:39:29.225" v="3743" actId="113"/>
          <ac:spMkLst>
            <pc:docMk/>
            <pc:sldMk cId="1913947529" sldId="264"/>
            <ac:spMk id="28" creationId="{05D6DECA-CA2F-4960-BAC5-C29DEB8DBD59}"/>
          </ac:spMkLst>
        </pc:spChg>
        <pc:spChg chg="mod">
          <ac:chgData name="Sanford Rodrigues" userId="99bf1977d4a59380" providerId="LiveId" clId="{CEEEDCA6-6C3E-4099-BA08-2AE561C60E19}" dt="2025-12-26T04:31:17.158" v="3520" actId="122"/>
          <ac:spMkLst>
            <pc:docMk/>
            <pc:sldMk cId="1913947529" sldId="264"/>
            <ac:spMk id="31" creationId="{7CF3D1C8-F755-4283-BB94-EA63B62FA793}"/>
          </ac:spMkLst>
        </pc:spChg>
        <pc:spChg chg="mod ord">
          <ac:chgData name="Sanford Rodrigues" userId="99bf1977d4a59380" providerId="LiveId" clId="{CEEEDCA6-6C3E-4099-BA08-2AE561C60E19}" dt="2025-12-26T04:39:05.948" v="3740" actId="12788"/>
          <ac:spMkLst>
            <pc:docMk/>
            <pc:sldMk cId="1913947529" sldId="264"/>
            <ac:spMk id="33" creationId="{9E6BE431-6233-4999-8A5D-C2FC823F6462}"/>
          </ac:spMkLst>
        </pc:spChg>
        <pc:spChg chg="del">
          <ac:chgData name="Sanford Rodrigues" userId="99bf1977d4a59380" providerId="LiveId" clId="{CEEEDCA6-6C3E-4099-BA08-2AE561C60E19}" dt="2025-12-26T04:32:32.771" v="3526" actId="478"/>
          <ac:spMkLst>
            <pc:docMk/>
            <pc:sldMk cId="1913947529" sldId="264"/>
            <ac:spMk id="34" creationId="{AB30AC0E-3BA0-4B29-92DA-8F20413540BC}"/>
          </ac:spMkLst>
        </pc:spChg>
        <pc:picChg chg="add mod ord modCrop">
          <ac:chgData name="Sanford Rodrigues" userId="99bf1977d4a59380" providerId="LiveId" clId="{CEEEDCA6-6C3E-4099-BA08-2AE561C60E19}" dt="2025-12-26T04:39:05.948" v="3740" actId="12788"/>
          <ac:picMkLst>
            <pc:docMk/>
            <pc:sldMk cId="1913947529" sldId="264"/>
            <ac:picMk id="17" creationId="{6F062FE8-89F5-4156-B686-537FFDC707A1}"/>
          </ac:picMkLst>
        </pc:picChg>
        <pc:picChg chg="del">
          <ac:chgData name="Sanford Rodrigues" userId="99bf1977d4a59380" providerId="LiveId" clId="{CEEEDCA6-6C3E-4099-BA08-2AE561C60E19}" dt="2025-12-26T04:32:32.771" v="3526" actId="478"/>
          <ac:picMkLst>
            <pc:docMk/>
            <pc:sldMk cId="1913947529" sldId="264"/>
            <ac:picMk id="1026" creationId="{F16BCD2A-5B5F-462B-9305-E30E406A5D6A}"/>
          </ac:picMkLst>
        </pc:picChg>
        <pc:picChg chg="del">
          <ac:chgData name="Sanford Rodrigues" userId="99bf1977d4a59380" providerId="LiveId" clId="{CEEEDCA6-6C3E-4099-BA08-2AE561C60E19}" dt="2025-12-26T04:32:32.771" v="3526" actId="478"/>
          <ac:picMkLst>
            <pc:docMk/>
            <pc:sldMk cId="1913947529" sldId="264"/>
            <ac:picMk id="1028" creationId="{7F113486-6ABC-4076-B952-75EABBFEC774}"/>
          </ac:picMkLst>
        </pc:picChg>
        <pc:picChg chg="del">
          <ac:chgData name="Sanford Rodrigues" userId="99bf1977d4a59380" providerId="LiveId" clId="{CEEEDCA6-6C3E-4099-BA08-2AE561C60E19}" dt="2025-12-26T04:32:32.771" v="3526" actId="478"/>
          <ac:picMkLst>
            <pc:docMk/>
            <pc:sldMk cId="1913947529" sldId="264"/>
            <ac:picMk id="1030" creationId="{088B0E2E-1D88-46F2-9688-5E79B2CE9F0E}"/>
          </ac:picMkLst>
        </pc:picChg>
        <pc:cxnChg chg="del">
          <ac:chgData name="Sanford Rodrigues" userId="99bf1977d4a59380" providerId="LiveId" clId="{CEEEDCA6-6C3E-4099-BA08-2AE561C60E19}" dt="2025-12-26T04:32:32.771" v="3526" actId="478"/>
          <ac:cxnSpMkLst>
            <pc:docMk/>
            <pc:sldMk cId="1913947529" sldId="264"/>
            <ac:cxnSpMk id="3" creationId="{5547E603-2BC3-4400-BCE4-65D2C8C4113E}"/>
          </ac:cxnSpMkLst>
        </pc:cxnChg>
        <pc:cxnChg chg="del">
          <ac:chgData name="Sanford Rodrigues" userId="99bf1977d4a59380" providerId="LiveId" clId="{CEEEDCA6-6C3E-4099-BA08-2AE561C60E19}" dt="2025-12-26T04:32:32.771" v="3526" actId="478"/>
          <ac:cxnSpMkLst>
            <pc:docMk/>
            <pc:sldMk cId="1913947529" sldId="264"/>
            <ac:cxnSpMk id="12" creationId="{87A87323-242F-403A-8C91-EB5F3740A9DA}"/>
          </ac:cxnSpMkLst>
        </pc:cxnChg>
      </pc:sldChg>
      <pc:sldChg chg="addSp delSp modSp new mod">
        <pc:chgData name="Sanford Rodrigues" userId="99bf1977d4a59380" providerId="LiveId" clId="{CEEEDCA6-6C3E-4099-BA08-2AE561C60E19}" dt="2025-12-28T00:12:00.812" v="4782" actId="120"/>
        <pc:sldMkLst>
          <pc:docMk/>
          <pc:sldMk cId="3291971362" sldId="265"/>
        </pc:sldMkLst>
        <pc:spChg chg="add mod">
          <ac:chgData name="Sanford Rodrigues" userId="99bf1977d4a59380" providerId="LiveId" clId="{CEEEDCA6-6C3E-4099-BA08-2AE561C60E19}" dt="2025-12-27T23:48:37.094" v="4419" actId="20577"/>
          <ac:spMkLst>
            <pc:docMk/>
            <pc:sldMk cId="3291971362" sldId="265"/>
            <ac:spMk id="2" creationId="{43A170C1-85F2-46A6-B422-38F68DF99384}"/>
          </ac:spMkLst>
        </pc:spChg>
        <pc:spChg chg="add mod topLvl">
          <ac:chgData name="Sanford Rodrigues" userId="99bf1977d4a59380" providerId="LiveId" clId="{CEEEDCA6-6C3E-4099-BA08-2AE561C60E19}" dt="2025-12-27T23:34:27.423" v="4198" actId="165"/>
          <ac:spMkLst>
            <pc:docMk/>
            <pc:sldMk cId="3291971362" sldId="265"/>
            <ac:spMk id="3" creationId="{B9806A99-ADA7-41F9-A9DA-E16509BD30B5}"/>
          </ac:spMkLst>
        </pc:spChg>
        <pc:spChg chg="add del mod ord">
          <ac:chgData name="Sanford Rodrigues" userId="99bf1977d4a59380" providerId="LiveId" clId="{CEEEDCA6-6C3E-4099-BA08-2AE561C60E19}" dt="2025-12-27T23:56:00.870" v="4614" actId="478"/>
          <ac:spMkLst>
            <pc:docMk/>
            <pc:sldMk cId="3291971362" sldId="265"/>
            <ac:spMk id="5" creationId="{BD212251-E5B1-475E-92E9-1F519E047B08}"/>
          </ac:spMkLst>
        </pc:spChg>
        <pc:spChg chg="add mod topLvl">
          <ac:chgData name="Sanford Rodrigues" userId="99bf1977d4a59380" providerId="LiveId" clId="{CEEEDCA6-6C3E-4099-BA08-2AE561C60E19}" dt="2025-12-27T23:56:21.390" v="4641" actId="1035"/>
          <ac:spMkLst>
            <pc:docMk/>
            <pc:sldMk cId="3291971362" sldId="265"/>
            <ac:spMk id="6" creationId="{422075CF-600A-40B1-A9CE-F71E3AC48B42}"/>
          </ac:spMkLst>
        </pc:spChg>
        <pc:spChg chg="add del mod">
          <ac:chgData name="Sanford Rodrigues" userId="99bf1977d4a59380" providerId="LiveId" clId="{CEEEDCA6-6C3E-4099-BA08-2AE561C60E19}" dt="2025-12-27T23:34:47.746" v="4200" actId="478"/>
          <ac:spMkLst>
            <pc:docMk/>
            <pc:sldMk cId="3291971362" sldId="265"/>
            <ac:spMk id="11" creationId="{8A5D9AB8-4ACB-47FC-9FFC-0A9EB5BB5D09}"/>
          </ac:spMkLst>
        </pc:spChg>
        <pc:spChg chg="add del mod">
          <ac:chgData name="Sanford Rodrigues" userId="99bf1977d4a59380" providerId="LiveId" clId="{CEEEDCA6-6C3E-4099-BA08-2AE561C60E19}" dt="2025-12-27T23:43:03.240" v="4313" actId="478"/>
          <ac:spMkLst>
            <pc:docMk/>
            <pc:sldMk cId="3291971362" sldId="265"/>
            <ac:spMk id="13" creationId="{0932F1F6-5471-4D7C-95ED-7368367939F3}"/>
          </ac:spMkLst>
        </pc:spChg>
        <pc:spChg chg="add mod">
          <ac:chgData name="Sanford Rodrigues" userId="99bf1977d4a59380" providerId="LiveId" clId="{CEEEDCA6-6C3E-4099-BA08-2AE561C60E19}" dt="2025-12-28T00:04:52.390" v="4727" actId="404"/>
          <ac:spMkLst>
            <pc:docMk/>
            <pc:sldMk cId="3291971362" sldId="265"/>
            <ac:spMk id="14" creationId="{0A989544-8DA7-45DB-9E24-CD8B053865E1}"/>
          </ac:spMkLst>
        </pc:spChg>
        <pc:spChg chg="add mod ord">
          <ac:chgData name="Sanford Rodrigues" userId="99bf1977d4a59380" providerId="LiveId" clId="{CEEEDCA6-6C3E-4099-BA08-2AE561C60E19}" dt="2025-12-27T23:42:57.819" v="4311" actId="164"/>
          <ac:spMkLst>
            <pc:docMk/>
            <pc:sldMk cId="3291971362" sldId="265"/>
            <ac:spMk id="15" creationId="{2696E347-4418-4E71-9046-983E415B6838}"/>
          </ac:spMkLst>
        </pc:spChg>
        <pc:spChg chg="mod">
          <ac:chgData name="Sanford Rodrigues" userId="99bf1977d4a59380" providerId="LiveId" clId="{CEEEDCA6-6C3E-4099-BA08-2AE561C60E19}" dt="2025-12-27T23:43:00.759" v="4312" actId="571"/>
          <ac:spMkLst>
            <pc:docMk/>
            <pc:sldMk cId="3291971362" sldId="265"/>
            <ac:spMk id="18" creationId="{1EF49A7E-9CBA-48EF-991E-AE205DA31555}"/>
          </ac:spMkLst>
        </pc:spChg>
        <pc:spChg chg="mod">
          <ac:chgData name="Sanford Rodrigues" userId="99bf1977d4a59380" providerId="LiveId" clId="{CEEEDCA6-6C3E-4099-BA08-2AE561C60E19}" dt="2025-12-28T00:04:56.603" v="4728" actId="404"/>
          <ac:spMkLst>
            <pc:docMk/>
            <pc:sldMk cId="3291971362" sldId="265"/>
            <ac:spMk id="19" creationId="{878CE11F-641D-49A1-9DC5-D329180BDD9B}"/>
          </ac:spMkLst>
        </pc:spChg>
        <pc:spChg chg="add del mod ord">
          <ac:chgData name="Sanford Rodrigues" userId="99bf1977d4a59380" providerId="LiveId" clId="{CEEEDCA6-6C3E-4099-BA08-2AE561C60E19}" dt="2025-12-27T23:57:26.500" v="4648" actId="478"/>
          <ac:spMkLst>
            <pc:docMk/>
            <pc:sldMk cId="3291971362" sldId="265"/>
            <ac:spMk id="20" creationId="{B78C2DB1-86BB-4527-AC21-2639088E8DA9}"/>
          </ac:spMkLst>
        </pc:spChg>
        <pc:spChg chg="add mod ord">
          <ac:chgData name="Sanford Rodrigues" userId="99bf1977d4a59380" providerId="LiveId" clId="{CEEEDCA6-6C3E-4099-BA08-2AE561C60E19}" dt="2025-12-28T00:11:21.670" v="4777" actId="12789"/>
          <ac:spMkLst>
            <pc:docMk/>
            <pc:sldMk cId="3291971362" sldId="265"/>
            <ac:spMk id="21" creationId="{4F75A392-7666-4ADB-BB3D-5137627B70E5}"/>
          </ac:spMkLst>
        </pc:spChg>
        <pc:grpChg chg="add del mod">
          <ac:chgData name="Sanford Rodrigues" userId="99bf1977d4a59380" providerId="LiveId" clId="{CEEEDCA6-6C3E-4099-BA08-2AE561C60E19}" dt="2025-12-27T23:34:27.423" v="4198" actId="165"/>
          <ac:grpSpMkLst>
            <pc:docMk/>
            <pc:sldMk cId="3291971362" sldId="265"/>
            <ac:grpSpMk id="12" creationId="{FDA3CA21-59C8-40AA-9C0A-6BD082DF3B60}"/>
          </ac:grpSpMkLst>
        </pc:grpChg>
        <pc:grpChg chg="add mod ord">
          <ac:chgData name="Sanford Rodrigues" userId="99bf1977d4a59380" providerId="LiveId" clId="{CEEEDCA6-6C3E-4099-BA08-2AE561C60E19}" dt="2025-12-27T23:44:44.199" v="4362" actId="1035"/>
          <ac:grpSpMkLst>
            <pc:docMk/>
            <pc:sldMk cId="3291971362" sldId="265"/>
            <ac:grpSpMk id="16" creationId="{7B4E2696-44D8-42F8-9527-CB2AABC5090B}"/>
          </ac:grpSpMkLst>
        </pc:grpChg>
        <pc:grpChg chg="add mod ord">
          <ac:chgData name="Sanford Rodrigues" userId="99bf1977d4a59380" providerId="LiveId" clId="{CEEEDCA6-6C3E-4099-BA08-2AE561C60E19}" dt="2025-12-27T23:43:37.515" v="4345" actId="1037"/>
          <ac:grpSpMkLst>
            <pc:docMk/>
            <pc:sldMk cId="3291971362" sldId="265"/>
            <ac:grpSpMk id="17" creationId="{0CEC5F07-2A11-4E12-BD2F-AB9BCA06AF1E}"/>
          </ac:grpSpMkLst>
        </pc:grpChg>
        <pc:graphicFrameChg chg="add mod modGraphic">
          <ac:chgData name="Sanford Rodrigues" userId="99bf1977d4a59380" providerId="LiveId" clId="{CEEEDCA6-6C3E-4099-BA08-2AE561C60E19}" dt="2025-12-28T00:12:00.812" v="4782" actId="120"/>
          <ac:graphicFrameMkLst>
            <pc:docMk/>
            <pc:sldMk cId="3291971362" sldId="265"/>
            <ac:graphicFrameMk id="4" creationId="{58529CF3-26C7-42D4-928F-D1FB64605892}"/>
          </ac:graphicFrameMkLst>
        </pc:graphicFrameChg>
        <pc:picChg chg="add del">
          <ac:chgData name="Sanford Rodrigues" userId="99bf1977d4a59380" providerId="LiveId" clId="{CEEEDCA6-6C3E-4099-BA08-2AE561C60E19}" dt="2025-12-27T23:30:11.421" v="4166" actId="22"/>
          <ac:picMkLst>
            <pc:docMk/>
            <pc:sldMk cId="3291971362" sldId="265"/>
            <ac:picMk id="8" creationId="{9DD48414-04C1-4AD8-AD31-662CCC31A27C}"/>
          </ac:picMkLst>
        </pc:picChg>
        <pc:picChg chg="add mod ord">
          <ac:chgData name="Sanford Rodrigues" userId="99bf1977d4a59380" providerId="LiveId" clId="{CEEEDCA6-6C3E-4099-BA08-2AE561C60E19}" dt="2025-12-27T23:44:44.199" v="4362" actId="1035"/>
          <ac:picMkLst>
            <pc:docMk/>
            <pc:sldMk cId="3291971362" sldId="265"/>
            <ac:picMk id="9" creationId="{6FC340FF-6C3F-49EC-876D-9E8F750FA16F}"/>
          </ac:picMkLst>
        </pc:picChg>
        <pc:picChg chg="add mod ord">
          <ac:chgData name="Sanford Rodrigues" userId="99bf1977d4a59380" providerId="LiveId" clId="{CEEEDCA6-6C3E-4099-BA08-2AE561C60E19}" dt="2025-12-27T23:43:37.515" v="4345" actId="1037"/>
          <ac:picMkLst>
            <pc:docMk/>
            <pc:sldMk cId="3291971362" sldId="265"/>
            <ac:picMk id="10" creationId="{E95BAAF2-D538-4C1D-99EA-D5CBF207C231}"/>
          </ac:picMkLst>
        </pc:picChg>
      </pc:sldChg>
      <pc:sldChg chg="addSp delSp modSp add mod">
        <pc:chgData name="Sanford Rodrigues" userId="99bf1977d4a59380" providerId="LiveId" clId="{CEEEDCA6-6C3E-4099-BA08-2AE561C60E19}" dt="2025-12-28T00:11:56.723" v="4781" actId="120"/>
        <pc:sldMkLst>
          <pc:docMk/>
          <pc:sldMk cId="961815076" sldId="266"/>
        </pc:sldMkLst>
        <pc:spChg chg="mod">
          <ac:chgData name="Sanford Rodrigues" userId="99bf1977d4a59380" providerId="LiveId" clId="{CEEEDCA6-6C3E-4099-BA08-2AE561C60E19}" dt="2025-12-27T23:49:06.964" v="4439" actId="20577"/>
          <ac:spMkLst>
            <pc:docMk/>
            <pc:sldMk cId="961815076" sldId="266"/>
            <ac:spMk id="2" creationId="{43A170C1-85F2-46A6-B422-38F68DF99384}"/>
          </ac:spMkLst>
        </pc:spChg>
        <pc:spChg chg="mod">
          <ac:chgData name="Sanford Rodrigues" userId="99bf1977d4a59380" providerId="LiveId" clId="{CEEEDCA6-6C3E-4099-BA08-2AE561C60E19}" dt="2025-12-28T00:05:53.143" v="4733" actId="14100"/>
          <ac:spMkLst>
            <pc:docMk/>
            <pc:sldMk cId="961815076" sldId="266"/>
            <ac:spMk id="3" creationId="{B9806A99-ADA7-41F9-A9DA-E16509BD30B5}"/>
          </ac:spMkLst>
        </pc:spChg>
        <pc:spChg chg="mod">
          <ac:chgData name="Sanford Rodrigues" userId="99bf1977d4a59380" providerId="LiveId" clId="{CEEEDCA6-6C3E-4099-BA08-2AE561C60E19}" dt="2025-12-28T00:11:43.874" v="4780" actId="12789"/>
          <ac:spMkLst>
            <pc:docMk/>
            <pc:sldMk cId="961815076" sldId="266"/>
            <ac:spMk id="5" creationId="{BD212251-E5B1-475E-92E9-1F519E047B08}"/>
          </ac:spMkLst>
        </pc:spChg>
        <pc:spChg chg="del">
          <ac:chgData name="Sanford Rodrigues" userId="99bf1977d4a59380" providerId="LiveId" clId="{CEEEDCA6-6C3E-4099-BA08-2AE561C60E19}" dt="2025-12-27T23:54:52.981" v="4610" actId="478"/>
          <ac:spMkLst>
            <pc:docMk/>
            <pc:sldMk cId="961815076" sldId="266"/>
            <ac:spMk id="6" creationId="{422075CF-600A-40B1-A9CE-F71E3AC48B42}"/>
          </ac:spMkLst>
        </pc:spChg>
        <pc:spChg chg="mod">
          <ac:chgData name="Sanford Rodrigues" userId="99bf1977d4a59380" providerId="LiveId" clId="{CEEEDCA6-6C3E-4099-BA08-2AE561C60E19}" dt="2025-12-28T00:04:12.564" v="4713" actId="404"/>
          <ac:spMkLst>
            <pc:docMk/>
            <pc:sldMk cId="961815076" sldId="266"/>
            <ac:spMk id="14" creationId="{0A989544-8DA7-45DB-9E24-CD8B053865E1}"/>
          </ac:spMkLst>
        </pc:spChg>
        <pc:spChg chg="mod">
          <ac:chgData name="Sanford Rodrigues" userId="99bf1977d4a59380" providerId="LiveId" clId="{CEEEDCA6-6C3E-4099-BA08-2AE561C60E19}" dt="2025-12-28T00:04:43.472" v="4726" actId="404"/>
          <ac:spMkLst>
            <pc:docMk/>
            <pc:sldMk cId="961815076" sldId="266"/>
            <ac:spMk id="19" creationId="{878CE11F-641D-49A1-9DC5-D329180BDD9B}"/>
          </ac:spMkLst>
        </pc:spChg>
        <pc:spChg chg="add mod">
          <ac:chgData name="Sanford Rodrigues" userId="99bf1977d4a59380" providerId="LiveId" clId="{CEEEDCA6-6C3E-4099-BA08-2AE561C60E19}" dt="2025-12-28T00:01:16.304" v="4678" actId="947"/>
          <ac:spMkLst>
            <pc:docMk/>
            <pc:sldMk cId="961815076" sldId="266"/>
            <ac:spMk id="20" creationId="{2EE1CDC1-E0C8-4F19-922F-D2FCD7C06C0D}"/>
          </ac:spMkLst>
        </pc:spChg>
        <pc:graphicFrameChg chg="mod modGraphic">
          <ac:chgData name="Sanford Rodrigues" userId="99bf1977d4a59380" providerId="LiveId" clId="{CEEEDCA6-6C3E-4099-BA08-2AE561C60E19}" dt="2025-12-28T00:11:56.723" v="4781" actId="120"/>
          <ac:graphicFrameMkLst>
            <pc:docMk/>
            <pc:sldMk cId="961815076" sldId="266"/>
            <ac:graphicFrameMk id="4" creationId="{58529CF3-26C7-42D4-928F-D1FB64605892}"/>
          </ac:graphicFrameMkLst>
        </pc:graphicFrameChg>
        <pc:picChg chg="del mod">
          <ac:chgData name="Sanford Rodrigues" userId="99bf1977d4a59380" providerId="LiveId" clId="{CEEEDCA6-6C3E-4099-BA08-2AE561C60E19}" dt="2025-12-28T00:03:01.345" v="4691" actId="478"/>
          <ac:picMkLst>
            <pc:docMk/>
            <pc:sldMk cId="961815076" sldId="266"/>
            <ac:picMk id="9" creationId="{6FC340FF-6C3F-49EC-876D-9E8F750FA16F}"/>
          </ac:picMkLst>
        </pc:picChg>
        <pc:picChg chg="del mod">
          <ac:chgData name="Sanford Rodrigues" userId="99bf1977d4a59380" providerId="LiveId" clId="{CEEEDCA6-6C3E-4099-BA08-2AE561C60E19}" dt="2025-12-28T00:03:27.325" v="4696" actId="478"/>
          <ac:picMkLst>
            <pc:docMk/>
            <pc:sldMk cId="961815076" sldId="266"/>
            <ac:picMk id="10" creationId="{E95BAAF2-D538-4C1D-99EA-D5CBF207C231}"/>
          </ac:picMkLst>
        </pc:picChg>
        <pc:picChg chg="add mod">
          <ac:chgData name="Sanford Rodrigues" userId="99bf1977d4a59380" providerId="LiveId" clId="{CEEEDCA6-6C3E-4099-BA08-2AE561C60E19}" dt="2025-12-28T00:03:35.171" v="4697"/>
          <ac:picMkLst>
            <pc:docMk/>
            <pc:sldMk cId="961815076" sldId="266"/>
            <ac:picMk id="21" creationId="{2BCBAFBC-1367-4BA8-88D4-49F634DDB633}"/>
          </ac:picMkLst>
        </pc:picChg>
        <pc:picChg chg="add mod">
          <ac:chgData name="Sanford Rodrigues" userId="99bf1977d4a59380" providerId="LiveId" clId="{CEEEDCA6-6C3E-4099-BA08-2AE561C60E19}" dt="2025-12-28T00:03:40.607" v="4698"/>
          <ac:picMkLst>
            <pc:docMk/>
            <pc:sldMk cId="961815076" sldId="266"/>
            <ac:picMk id="22" creationId="{74FD0D70-B747-40DF-B6EF-920DA949CE30}"/>
          </ac:picMkLst>
        </pc:picChg>
      </pc:sldChg>
      <pc:sldChg chg="addSp delSp modSp add mod">
        <pc:chgData name="Sanford Rodrigues" userId="99bf1977d4a59380" providerId="LiveId" clId="{CEEEDCA6-6C3E-4099-BA08-2AE561C60E19}" dt="2025-12-29T20:13:49.292" v="5555" actId="21"/>
        <pc:sldMkLst>
          <pc:docMk/>
          <pc:sldMk cId="985577935" sldId="267"/>
        </pc:sldMkLst>
        <pc:spChg chg="mod">
          <ac:chgData name="Sanford Rodrigues" userId="99bf1977d4a59380" providerId="LiveId" clId="{CEEEDCA6-6C3E-4099-BA08-2AE561C60E19}" dt="2025-12-29T20:06:07.658" v="5244" actId="20577"/>
          <ac:spMkLst>
            <pc:docMk/>
            <pc:sldMk cId="985577935" sldId="267"/>
            <ac:spMk id="2" creationId="{43A170C1-85F2-46A6-B422-38F68DF99384}"/>
          </ac:spMkLst>
        </pc:spChg>
        <pc:spChg chg="mod">
          <ac:chgData name="Sanford Rodrigues" userId="99bf1977d4a59380" providerId="LiveId" clId="{CEEEDCA6-6C3E-4099-BA08-2AE561C60E19}" dt="2025-12-29T20:00:04.515" v="5049" actId="20577"/>
          <ac:spMkLst>
            <pc:docMk/>
            <pc:sldMk cId="985577935" sldId="267"/>
            <ac:spMk id="3" creationId="{B9806A99-ADA7-41F9-A9DA-E16509BD30B5}"/>
          </ac:spMkLst>
        </pc:spChg>
        <pc:spChg chg="mod">
          <ac:chgData name="Sanford Rodrigues" userId="99bf1977d4a59380" providerId="LiveId" clId="{CEEEDCA6-6C3E-4099-BA08-2AE561C60E19}" dt="2025-12-29T20:13:46.850" v="5554" actId="555"/>
          <ac:spMkLst>
            <pc:docMk/>
            <pc:sldMk cId="985577935" sldId="267"/>
            <ac:spMk id="5" creationId="{BD212251-E5B1-475E-92E9-1F519E047B08}"/>
          </ac:spMkLst>
        </pc:spChg>
        <pc:spChg chg="mod">
          <ac:chgData name="Sanford Rodrigues" userId="99bf1977d4a59380" providerId="LiveId" clId="{CEEEDCA6-6C3E-4099-BA08-2AE561C60E19}" dt="2025-12-29T20:05:58.036" v="5227" actId="113"/>
          <ac:spMkLst>
            <pc:docMk/>
            <pc:sldMk cId="985577935" sldId="267"/>
            <ac:spMk id="14" creationId="{0A989544-8DA7-45DB-9E24-CD8B053865E1}"/>
          </ac:spMkLst>
        </pc:spChg>
        <pc:spChg chg="mod">
          <ac:chgData name="Sanford Rodrigues" userId="99bf1977d4a59380" providerId="LiveId" clId="{CEEEDCA6-6C3E-4099-BA08-2AE561C60E19}" dt="2025-12-29T20:06:20.894" v="5245" actId="14100"/>
          <ac:spMkLst>
            <pc:docMk/>
            <pc:sldMk cId="985577935" sldId="267"/>
            <ac:spMk id="15" creationId="{2696E347-4418-4E71-9046-983E415B6838}"/>
          </ac:spMkLst>
        </pc:spChg>
        <pc:spChg chg="mod">
          <ac:chgData name="Sanford Rodrigues" userId="99bf1977d4a59380" providerId="LiveId" clId="{CEEEDCA6-6C3E-4099-BA08-2AE561C60E19}" dt="2025-12-29T20:07:14.046" v="5285" actId="20577"/>
          <ac:spMkLst>
            <pc:docMk/>
            <pc:sldMk cId="985577935" sldId="267"/>
            <ac:spMk id="20" creationId="{2EE1CDC1-E0C8-4F19-922F-D2FCD7C06C0D}"/>
          </ac:spMkLst>
        </pc:spChg>
        <pc:grpChg chg="mod">
          <ac:chgData name="Sanford Rodrigues" userId="99bf1977d4a59380" providerId="LiveId" clId="{CEEEDCA6-6C3E-4099-BA08-2AE561C60E19}" dt="2025-12-29T20:06:37.498" v="5276" actId="1036"/>
          <ac:grpSpMkLst>
            <pc:docMk/>
            <pc:sldMk cId="985577935" sldId="267"/>
            <ac:grpSpMk id="16" creationId="{7B4E2696-44D8-42F8-9527-CB2AABC5090B}"/>
          </ac:grpSpMkLst>
        </pc:grpChg>
        <pc:grpChg chg="del">
          <ac:chgData name="Sanford Rodrigues" userId="99bf1977d4a59380" providerId="LiveId" clId="{CEEEDCA6-6C3E-4099-BA08-2AE561C60E19}" dt="2025-12-29T20:05:19.150" v="5170" actId="478"/>
          <ac:grpSpMkLst>
            <pc:docMk/>
            <pc:sldMk cId="985577935" sldId="267"/>
            <ac:grpSpMk id="17" creationId="{0CEC5F07-2A11-4E12-BD2F-AB9BCA06AF1E}"/>
          </ac:grpSpMkLst>
        </pc:grpChg>
        <pc:graphicFrameChg chg="modGraphic">
          <ac:chgData name="Sanford Rodrigues" userId="99bf1977d4a59380" providerId="LiveId" clId="{CEEEDCA6-6C3E-4099-BA08-2AE561C60E19}" dt="2025-12-29T20:02:31.585" v="5140" actId="20577"/>
          <ac:graphicFrameMkLst>
            <pc:docMk/>
            <pc:sldMk cId="985577935" sldId="267"/>
            <ac:graphicFrameMk id="4" creationId="{58529CF3-26C7-42D4-928F-D1FB64605892}"/>
          </ac:graphicFrameMkLst>
        </pc:graphicFrameChg>
        <pc:picChg chg="del">
          <ac:chgData name="Sanford Rodrigues" userId="99bf1977d4a59380" providerId="LiveId" clId="{CEEEDCA6-6C3E-4099-BA08-2AE561C60E19}" dt="2025-12-29T20:03:29.965" v="5141" actId="478"/>
          <ac:picMkLst>
            <pc:docMk/>
            <pc:sldMk cId="985577935" sldId="267"/>
            <ac:picMk id="21" creationId="{2BCBAFBC-1367-4BA8-88D4-49F634DDB633}"/>
          </ac:picMkLst>
        </pc:picChg>
        <pc:picChg chg="del">
          <ac:chgData name="Sanford Rodrigues" userId="99bf1977d4a59380" providerId="LiveId" clId="{CEEEDCA6-6C3E-4099-BA08-2AE561C60E19}" dt="2025-12-29T20:05:19.150" v="5170" actId="478"/>
          <ac:picMkLst>
            <pc:docMk/>
            <pc:sldMk cId="985577935" sldId="267"/>
            <ac:picMk id="22" creationId="{74FD0D70-B747-40DF-B6EF-920DA949CE30}"/>
          </ac:picMkLst>
        </pc:picChg>
        <pc:picChg chg="add mod">
          <ac:chgData name="Sanford Rodrigues" userId="99bf1977d4a59380" providerId="LiveId" clId="{CEEEDCA6-6C3E-4099-BA08-2AE561C60E19}" dt="2025-12-29T20:06:42.432" v="5284" actId="1035"/>
          <ac:picMkLst>
            <pc:docMk/>
            <pc:sldMk cId="985577935" sldId="267"/>
            <ac:picMk id="23" creationId="{91A847EF-B069-4C77-A9A2-66F6AD1247AD}"/>
          </ac:picMkLst>
        </pc:picChg>
        <pc:cxnChg chg="add del mod">
          <ac:chgData name="Sanford Rodrigues" userId="99bf1977d4a59380" providerId="LiveId" clId="{CEEEDCA6-6C3E-4099-BA08-2AE561C60E19}" dt="2025-12-29T20:13:49.292" v="5555" actId="21"/>
          <ac:cxnSpMkLst>
            <pc:docMk/>
            <pc:sldMk cId="985577935" sldId="267"/>
            <ac:cxnSpMk id="7" creationId="{00C94123-1779-4173-BE9D-9B22F7799619}"/>
          </ac:cxnSpMkLst>
        </pc:cxnChg>
      </pc:sldChg>
      <pc:sldChg chg="modSp add del mod">
        <pc:chgData name="Sanford Rodrigues" userId="99bf1977d4a59380" providerId="LiveId" clId="{CEEEDCA6-6C3E-4099-BA08-2AE561C60E19}" dt="2025-12-28T00:13:30.228" v="4805" actId="47"/>
        <pc:sldMkLst>
          <pc:docMk/>
          <pc:sldMk cId="2832191867" sldId="267"/>
        </pc:sldMkLst>
        <pc:spChg chg="mod">
          <ac:chgData name="Sanford Rodrigues" userId="99bf1977d4a59380" providerId="LiveId" clId="{CEEEDCA6-6C3E-4099-BA08-2AE561C60E19}" dt="2025-12-28T00:13:02.756" v="4804" actId="20577"/>
          <ac:spMkLst>
            <pc:docMk/>
            <pc:sldMk cId="2832191867" sldId="267"/>
            <ac:spMk id="2" creationId="{43A170C1-85F2-46A6-B422-38F68DF99384}"/>
          </ac:spMkLst>
        </pc:spChg>
      </pc:sldChg>
      <pc:sldChg chg="new del">
        <pc:chgData name="Sanford Rodrigues" userId="99bf1977d4a59380" providerId="LiveId" clId="{CEEEDCA6-6C3E-4099-BA08-2AE561C60E19}" dt="2025-12-29T20:07:40.038" v="5287" actId="680"/>
        <pc:sldMkLst>
          <pc:docMk/>
          <pc:sldMk cId="2597773440" sldId="268"/>
        </pc:sldMkLst>
      </pc:sldChg>
      <pc:sldChg chg="addSp delSp modSp add mod">
        <pc:chgData name="Sanford Rodrigues" userId="99bf1977d4a59380" providerId="LiveId" clId="{CEEEDCA6-6C3E-4099-BA08-2AE561C60E19}" dt="2025-12-29T21:04:21.126" v="6189" actId="20577"/>
        <pc:sldMkLst>
          <pc:docMk/>
          <pc:sldMk cId="3462978512" sldId="268"/>
        </pc:sldMkLst>
        <pc:spChg chg="mod">
          <ac:chgData name="Sanford Rodrigues" userId="99bf1977d4a59380" providerId="LiveId" clId="{CEEEDCA6-6C3E-4099-BA08-2AE561C60E19}" dt="2025-12-29T20:11:01.757" v="5523" actId="20577"/>
          <ac:spMkLst>
            <pc:docMk/>
            <pc:sldMk cId="3462978512" sldId="268"/>
            <ac:spMk id="2" creationId="{43A170C1-85F2-46A6-B422-38F68DF99384}"/>
          </ac:spMkLst>
        </pc:spChg>
        <pc:spChg chg="mod">
          <ac:chgData name="Sanford Rodrigues" userId="99bf1977d4a59380" providerId="LiveId" clId="{CEEEDCA6-6C3E-4099-BA08-2AE561C60E19}" dt="2025-12-29T20:10:52.322" v="5517" actId="20577"/>
          <ac:spMkLst>
            <pc:docMk/>
            <pc:sldMk cId="3462978512" sldId="268"/>
            <ac:spMk id="3" creationId="{B9806A99-ADA7-41F9-A9DA-E16509BD30B5}"/>
          </ac:spMkLst>
        </pc:spChg>
        <pc:spChg chg="mod">
          <ac:chgData name="Sanford Rodrigues" userId="99bf1977d4a59380" providerId="LiveId" clId="{CEEEDCA6-6C3E-4099-BA08-2AE561C60E19}" dt="2025-12-29T20:14:44.643" v="5559" actId="14100"/>
          <ac:spMkLst>
            <pc:docMk/>
            <pc:sldMk cId="3462978512" sldId="268"/>
            <ac:spMk id="5" creationId="{BD212251-E5B1-475E-92E9-1F519E047B08}"/>
          </ac:spMkLst>
        </pc:spChg>
        <pc:spChg chg="mod">
          <ac:chgData name="Sanford Rodrigues" userId="99bf1977d4a59380" providerId="LiveId" clId="{CEEEDCA6-6C3E-4099-BA08-2AE561C60E19}" dt="2025-12-29T20:51:35.436" v="6139" actId="12788"/>
          <ac:spMkLst>
            <pc:docMk/>
            <pc:sldMk cId="3462978512" sldId="268"/>
            <ac:spMk id="14" creationId="{0A989544-8DA7-45DB-9E24-CD8B053865E1}"/>
          </ac:spMkLst>
        </pc:spChg>
        <pc:spChg chg="mod">
          <ac:chgData name="Sanford Rodrigues" userId="99bf1977d4a59380" providerId="LiveId" clId="{CEEEDCA6-6C3E-4099-BA08-2AE561C60E19}" dt="2025-12-29T20:51:35.436" v="6139" actId="12788"/>
          <ac:spMkLst>
            <pc:docMk/>
            <pc:sldMk cId="3462978512" sldId="268"/>
            <ac:spMk id="15" creationId="{2696E347-4418-4E71-9046-983E415B6838}"/>
          </ac:spMkLst>
        </pc:spChg>
        <pc:spChg chg="mod">
          <ac:chgData name="Sanford Rodrigues" userId="99bf1977d4a59380" providerId="LiveId" clId="{CEEEDCA6-6C3E-4099-BA08-2AE561C60E19}" dt="2025-12-29T21:04:21.126" v="6189" actId="20577"/>
          <ac:spMkLst>
            <pc:docMk/>
            <pc:sldMk cId="3462978512" sldId="268"/>
            <ac:spMk id="20" creationId="{2EE1CDC1-E0C8-4F19-922F-D2FCD7C06C0D}"/>
          </ac:spMkLst>
        </pc:spChg>
        <pc:spChg chg="mod">
          <ac:chgData name="Sanford Rodrigues" userId="99bf1977d4a59380" providerId="LiveId" clId="{CEEEDCA6-6C3E-4099-BA08-2AE561C60E19}" dt="2025-12-29T20:16:28.834" v="5569" actId="571"/>
          <ac:spMkLst>
            <pc:docMk/>
            <pc:sldMk cId="3462978512" sldId="268"/>
            <ac:spMk id="21" creationId="{89523877-87AF-420F-AF73-8B33CD335149}"/>
          </ac:spMkLst>
        </pc:spChg>
        <pc:spChg chg="mod">
          <ac:chgData name="Sanford Rodrigues" userId="99bf1977d4a59380" providerId="LiveId" clId="{CEEEDCA6-6C3E-4099-BA08-2AE561C60E19}" dt="2025-12-29T20:16:28.834" v="5569" actId="571"/>
          <ac:spMkLst>
            <pc:docMk/>
            <pc:sldMk cId="3462978512" sldId="268"/>
            <ac:spMk id="22" creationId="{F0A8F429-9DDD-432D-85CD-7B9060D7516C}"/>
          </ac:spMkLst>
        </pc:spChg>
        <pc:spChg chg="mod">
          <ac:chgData name="Sanford Rodrigues" userId="99bf1977d4a59380" providerId="LiveId" clId="{CEEEDCA6-6C3E-4099-BA08-2AE561C60E19}" dt="2025-12-29T20:16:31.004" v="5570" actId="571"/>
          <ac:spMkLst>
            <pc:docMk/>
            <pc:sldMk cId="3462978512" sldId="268"/>
            <ac:spMk id="25" creationId="{30183D3C-0D8F-4D57-AE6D-BCB2237F2C38}"/>
          </ac:spMkLst>
        </pc:spChg>
        <pc:spChg chg="mod">
          <ac:chgData name="Sanford Rodrigues" userId="99bf1977d4a59380" providerId="LiveId" clId="{CEEEDCA6-6C3E-4099-BA08-2AE561C60E19}" dt="2025-12-29T20:16:31.004" v="5570" actId="571"/>
          <ac:spMkLst>
            <pc:docMk/>
            <pc:sldMk cId="3462978512" sldId="268"/>
            <ac:spMk id="26" creationId="{B131751C-D6D7-4BCA-A01A-352BB3C6B388}"/>
          </ac:spMkLst>
        </pc:spChg>
        <pc:spChg chg="mod">
          <ac:chgData name="Sanford Rodrigues" userId="99bf1977d4a59380" providerId="LiveId" clId="{CEEEDCA6-6C3E-4099-BA08-2AE561C60E19}" dt="2025-12-29T20:16:47.544" v="5576" actId="571"/>
          <ac:spMkLst>
            <pc:docMk/>
            <pc:sldMk cId="3462978512" sldId="268"/>
            <ac:spMk id="28" creationId="{D001E05A-6498-409B-9AA1-76BDC1C57361}"/>
          </ac:spMkLst>
        </pc:spChg>
        <pc:spChg chg="mod">
          <ac:chgData name="Sanford Rodrigues" userId="99bf1977d4a59380" providerId="LiveId" clId="{CEEEDCA6-6C3E-4099-BA08-2AE561C60E19}" dt="2025-12-29T20:21:04.281" v="5670" actId="20577"/>
          <ac:spMkLst>
            <pc:docMk/>
            <pc:sldMk cId="3462978512" sldId="268"/>
            <ac:spMk id="29" creationId="{9D497550-BBC1-449D-9F52-A13EAB34685B}"/>
          </ac:spMkLst>
        </pc:spChg>
        <pc:spChg chg="mod">
          <ac:chgData name="Sanford Rodrigues" userId="99bf1977d4a59380" providerId="LiveId" clId="{CEEEDCA6-6C3E-4099-BA08-2AE561C60E19}" dt="2025-12-29T20:53:28.595" v="6147" actId="12788"/>
          <ac:spMkLst>
            <pc:docMk/>
            <pc:sldMk cId="3462978512" sldId="268"/>
            <ac:spMk id="31" creationId="{4549B0E9-FCA0-4FFB-A773-C1001F136298}"/>
          </ac:spMkLst>
        </pc:spChg>
        <pc:spChg chg="mod">
          <ac:chgData name="Sanford Rodrigues" userId="99bf1977d4a59380" providerId="LiveId" clId="{CEEEDCA6-6C3E-4099-BA08-2AE561C60E19}" dt="2025-12-29T20:53:28.595" v="6147" actId="12788"/>
          <ac:spMkLst>
            <pc:docMk/>
            <pc:sldMk cId="3462978512" sldId="268"/>
            <ac:spMk id="32" creationId="{172D82BD-79DC-4DA1-B37D-91488BACB17C}"/>
          </ac:spMkLst>
        </pc:spChg>
        <pc:grpChg chg="mod">
          <ac:chgData name="Sanford Rodrigues" userId="99bf1977d4a59380" providerId="LiveId" clId="{CEEEDCA6-6C3E-4099-BA08-2AE561C60E19}" dt="2025-12-29T20:51:35.436" v="6139" actId="12788"/>
          <ac:grpSpMkLst>
            <pc:docMk/>
            <pc:sldMk cId="3462978512" sldId="268"/>
            <ac:grpSpMk id="16" creationId="{7B4E2696-44D8-42F8-9527-CB2AABC5090B}"/>
          </ac:grpSpMkLst>
        </pc:grpChg>
        <pc:grpChg chg="add del mod">
          <ac:chgData name="Sanford Rodrigues" userId="99bf1977d4a59380" providerId="LiveId" clId="{CEEEDCA6-6C3E-4099-BA08-2AE561C60E19}" dt="2025-12-29T20:16:34.843" v="5571" actId="478"/>
          <ac:grpSpMkLst>
            <pc:docMk/>
            <pc:sldMk cId="3462978512" sldId="268"/>
            <ac:grpSpMk id="19" creationId="{BCDB0CF5-0D03-4B9C-BAFE-6E0A3613CA4B}"/>
          </ac:grpSpMkLst>
        </pc:grpChg>
        <pc:grpChg chg="add del mod">
          <ac:chgData name="Sanford Rodrigues" userId="99bf1977d4a59380" providerId="LiveId" clId="{CEEEDCA6-6C3E-4099-BA08-2AE561C60E19}" dt="2025-12-29T20:16:34.843" v="5571" actId="478"/>
          <ac:grpSpMkLst>
            <pc:docMk/>
            <pc:sldMk cId="3462978512" sldId="268"/>
            <ac:grpSpMk id="24" creationId="{CF51483E-F557-44E1-AFBF-463B1F4CAF28}"/>
          </ac:grpSpMkLst>
        </pc:grpChg>
        <pc:grpChg chg="add mod">
          <ac:chgData name="Sanford Rodrigues" userId="99bf1977d4a59380" providerId="LiveId" clId="{CEEEDCA6-6C3E-4099-BA08-2AE561C60E19}" dt="2025-12-29T20:17:06.702" v="5597" actId="465"/>
          <ac:grpSpMkLst>
            <pc:docMk/>
            <pc:sldMk cId="3462978512" sldId="268"/>
            <ac:grpSpMk id="27" creationId="{97C8BCA5-F4B3-442F-AB4C-4DB4D27ACFDC}"/>
          </ac:grpSpMkLst>
        </pc:grpChg>
        <pc:grpChg chg="add mod">
          <ac:chgData name="Sanford Rodrigues" userId="99bf1977d4a59380" providerId="LiveId" clId="{CEEEDCA6-6C3E-4099-BA08-2AE561C60E19}" dt="2025-12-29T20:53:28.595" v="6147" actId="12788"/>
          <ac:grpSpMkLst>
            <pc:docMk/>
            <pc:sldMk cId="3462978512" sldId="268"/>
            <ac:grpSpMk id="30" creationId="{28ABF309-5166-4F8B-91A2-DDEB75FBC458}"/>
          </ac:grpSpMkLst>
        </pc:grpChg>
        <pc:graphicFrameChg chg="mod modGraphic">
          <ac:chgData name="Sanford Rodrigues" userId="99bf1977d4a59380" providerId="LiveId" clId="{CEEEDCA6-6C3E-4099-BA08-2AE561C60E19}" dt="2025-12-29T20:20:34.070" v="5651" actId="20577"/>
          <ac:graphicFrameMkLst>
            <pc:docMk/>
            <pc:sldMk cId="3462978512" sldId="268"/>
            <ac:graphicFrameMk id="4" creationId="{58529CF3-26C7-42D4-928F-D1FB64605892}"/>
          </ac:graphicFrameMkLst>
        </pc:graphicFrameChg>
        <pc:picChg chg="add del mod">
          <ac:chgData name="Sanford Rodrigues" userId="99bf1977d4a59380" providerId="LiveId" clId="{CEEEDCA6-6C3E-4099-BA08-2AE561C60E19}" dt="2025-12-29T20:15:43.232" v="5563" actId="478"/>
          <ac:picMkLst>
            <pc:docMk/>
            <pc:sldMk cId="3462978512" sldId="268"/>
            <ac:picMk id="12" creationId="{0B06779E-6563-44BC-975D-DB319F44F56B}"/>
          </ac:picMkLst>
        </pc:picChg>
        <pc:picChg chg="add del mod">
          <ac:chgData name="Sanford Rodrigues" userId="99bf1977d4a59380" providerId="LiveId" clId="{CEEEDCA6-6C3E-4099-BA08-2AE561C60E19}" dt="2025-12-29T20:49:03.688" v="6123" actId="478"/>
          <ac:picMkLst>
            <pc:docMk/>
            <pc:sldMk cId="3462978512" sldId="268"/>
            <ac:picMk id="13" creationId="{26FE4072-14DF-491D-AD1C-978600E3BA36}"/>
          </ac:picMkLst>
        </pc:picChg>
        <pc:picChg chg="add del mod ord">
          <ac:chgData name="Sanford Rodrigues" userId="99bf1977d4a59380" providerId="LiveId" clId="{CEEEDCA6-6C3E-4099-BA08-2AE561C60E19}" dt="2025-12-29T20:51:07.599" v="6136" actId="478"/>
          <ac:picMkLst>
            <pc:docMk/>
            <pc:sldMk cId="3462978512" sldId="268"/>
            <ac:picMk id="17" creationId="{CD9F8EA4-1682-4ED7-9BCF-DB78E25D5216}"/>
          </ac:picMkLst>
        </pc:picChg>
        <pc:picChg chg="add del mod ord">
          <ac:chgData name="Sanford Rodrigues" userId="99bf1977d4a59380" providerId="LiveId" clId="{CEEEDCA6-6C3E-4099-BA08-2AE561C60E19}" dt="2025-12-29T20:53:21.862" v="6145" actId="478"/>
          <ac:picMkLst>
            <pc:docMk/>
            <pc:sldMk cId="3462978512" sldId="268"/>
            <ac:picMk id="18" creationId="{3D72B7CC-AB62-42B9-832C-6E917F37A544}"/>
          </ac:picMkLst>
        </pc:picChg>
        <pc:picChg chg="del">
          <ac:chgData name="Sanford Rodrigues" userId="99bf1977d4a59380" providerId="LiveId" clId="{CEEEDCA6-6C3E-4099-BA08-2AE561C60E19}" dt="2025-12-29T20:16:10.871" v="5564" actId="478"/>
          <ac:picMkLst>
            <pc:docMk/>
            <pc:sldMk cId="3462978512" sldId="268"/>
            <ac:picMk id="23" creationId="{91A847EF-B069-4C77-A9A2-66F6AD1247AD}"/>
          </ac:picMkLst>
        </pc:picChg>
        <pc:picChg chg="add mod">
          <ac:chgData name="Sanford Rodrigues" userId="99bf1977d4a59380" providerId="LiveId" clId="{CEEEDCA6-6C3E-4099-BA08-2AE561C60E19}" dt="2025-12-29T20:51:35.436" v="6139" actId="12788"/>
          <ac:picMkLst>
            <pc:docMk/>
            <pc:sldMk cId="3462978512" sldId="268"/>
            <ac:picMk id="1026" creationId="{B6F66A22-823E-40F0-976D-CF549E7D265F}"/>
          </ac:picMkLst>
        </pc:picChg>
        <pc:picChg chg="add mod">
          <ac:chgData name="Sanford Rodrigues" userId="99bf1977d4a59380" providerId="LiveId" clId="{CEEEDCA6-6C3E-4099-BA08-2AE561C60E19}" dt="2025-12-29T20:51:35.436" v="6139" actId="12788"/>
          <ac:picMkLst>
            <pc:docMk/>
            <pc:sldMk cId="3462978512" sldId="268"/>
            <ac:picMk id="1028" creationId="{4A4C6607-01B8-4695-BFC8-3D66403D2984}"/>
          </ac:picMkLst>
        </pc:picChg>
        <pc:picChg chg="add mod">
          <ac:chgData name="Sanford Rodrigues" userId="99bf1977d4a59380" providerId="LiveId" clId="{CEEEDCA6-6C3E-4099-BA08-2AE561C60E19}" dt="2025-12-29T20:53:28.595" v="6147" actId="12788"/>
          <ac:picMkLst>
            <pc:docMk/>
            <pc:sldMk cId="3462978512" sldId="268"/>
            <ac:picMk id="1030" creationId="{63BA9BAD-354A-48DC-8CAB-8C00C8DE1E67}"/>
          </ac:picMkLst>
        </pc:picChg>
        <pc:cxnChg chg="add del mod">
          <ac:chgData name="Sanford Rodrigues" userId="99bf1977d4a59380" providerId="LiveId" clId="{CEEEDCA6-6C3E-4099-BA08-2AE561C60E19}" dt="2025-12-29T20:14:52.244" v="5561" actId="478"/>
          <ac:cxnSpMkLst>
            <pc:docMk/>
            <pc:sldMk cId="3462978512" sldId="268"/>
            <ac:cxnSpMk id="11" creationId="{18296CD2-5A6D-4A3C-A9D1-52EB1B26B20C}"/>
          </ac:cxnSpMkLst>
        </pc:cxnChg>
      </pc:sldChg>
      <pc:sldChg chg="addSp delSp modSp add mod">
        <pc:chgData name="Sanford Rodrigues" userId="99bf1977d4a59380" providerId="LiveId" clId="{CEEEDCA6-6C3E-4099-BA08-2AE561C60E19}" dt="2025-12-29T21:09:46.855" v="6450" actId="207"/>
        <pc:sldMkLst>
          <pc:docMk/>
          <pc:sldMk cId="42758168" sldId="269"/>
        </pc:sldMkLst>
        <pc:spChg chg="mod">
          <ac:chgData name="Sanford Rodrigues" userId="99bf1977d4a59380" providerId="LiveId" clId="{CEEEDCA6-6C3E-4099-BA08-2AE561C60E19}" dt="2025-12-29T20:26:17.083" v="5878" actId="20577"/>
          <ac:spMkLst>
            <pc:docMk/>
            <pc:sldMk cId="42758168" sldId="269"/>
            <ac:spMk id="2" creationId="{43A170C1-85F2-46A6-B422-38F68DF99384}"/>
          </ac:spMkLst>
        </pc:spChg>
        <pc:spChg chg="mod">
          <ac:chgData name="Sanford Rodrigues" userId="99bf1977d4a59380" providerId="LiveId" clId="{CEEEDCA6-6C3E-4099-BA08-2AE561C60E19}" dt="2025-12-29T20:28:48.854" v="6111" actId="20577"/>
          <ac:spMkLst>
            <pc:docMk/>
            <pc:sldMk cId="42758168" sldId="269"/>
            <ac:spMk id="3" creationId="{B9806A99-ADA7-41F9-A9DA-E16509BD30B5}"/>
          </ac:spMkLst>
        </pc:spChg>
        <pc:spChg chg="add mod topLvl">
          <ac:chgData name="Sanford Rodrigues" userId="99bf1977d4a59380" providerId="LiveId" clId="{CEEEDCA6-6C3E-4099-BA08-2AE561C60E19}" dt="2025-12-29T21:09:46.855" v="6450" actId="207"/>
          <ac:spMkLst>
            <pc:docMk/>
            <pc:sldMk cId="42758168" sldId="269"/>
            <ac:spMk id="6" creationId="{BB5E056C-C6AC-40B9-B31A-E12267BD020D}"/>
          </ac:spMkLst>
        </pc:spChg>
        <pc:spChg chg="mod">
          <ac:chgData name="Sanford Rodrigues" userId="99bf1977d4a59380" providerId="LiveId" clId="{CEEEDCA6-6C3E-4099-BA08-2AE561C60E19}" dt="2025-12-29T21:00:18.287" v="6156" actId="12788"/>
          <ac:spMkLst>
            <pc:docMk/>
            <pc:sldMk cId="42758168" sldId="269"/>
            <ac:spMk id="14" creationId="{0A989544-8DA7-45DB-9E24-CD8B053865E1}"/>
          </ac:spMkLst>
        </pc:spChg>
        <pc:spChg chg="mod">
          <ac:chgData name="Sanford Rodrigues" userId="99bf1977d4a59380" providerId="LiveId" clId="{CEEEDCA6-6C3E-4099-BA08-2AE561C60E19}" dt="2025-12-29T21:00:18.287" v="6156" actId="12788"/>
          <ac:spMkLst>
            <pc:docMk/>
            <pc:sldMk cId="42758168" sldId="269"/>
            <ac:spMk id="15" creationId="{2696E347-4418-4E71-9046-983E415B6838}"/>
          </ac:spMkLst>
        </pc:spChg>
        <pc:spChg chg="mod">
          <ac:chgData name="Sanford Rodrigues" userId="99bf1977d4a59380" providerId="LiveId" clId="{CEEEDCA6-6C3E-4099-BA08-2AE561C60E19}" dt="2025-12-29T21:06:14.382" v="6427" actId="20577"/>
          <ac:spMkLst>
            <pc:docMk/>
            <pc:sldMk cId="42758168" sldId="269"/>
            <ac:spMk id="20" creationId="{2EE1CDC1-E0C8-4F19-922F-D2FCD7C06C0D}"/>
          </ac:spMkLst>
        </pc:spChg>
        <pc:spChg chg="add mod topLvl">
          <ac:chgData name="Sanford Rodrigues" userId="99bf1977d4a59380" providerId="LiveId" clId="{CEEEDCA6-6C3E-4099-BA08-2AE561C60E19}" dt="2025-12-29T21:09:07.352" v="6447" actId="164"/>
          <ac:spMkLst>
            <pc:docMk/>
            <pc:sldMk cId="42758168" sldId="269"/>
            <ac:spMk id="24" creationId="{7DF0CE83-3747-4133-9646-4302CAE7249D}"/>
          </ac:spMkLst>
        </pc:spChg>
        <pc:spChg chg="mod">
          <ac:chgData name="Sanford Rodrigues" userId="99bf1977d4a59380" providerId="LiveId" clId="{CEEEDCA6-6C3E-4099-BA08-2AE561C60E19}" dt="2025-12-29T21:03:53.533" v="6180" actId="12788"/>
          <ac:spMkLst>
            <pc:docMk/>
            <pc:sldMk cId="42758168" sldId="269"/>
            <ac:spMk id="31" creationId="{4549B0E9-FCA0-4FFB-A773-C1001F136298}"/>
          </ac:spMkLst>
        </pc:spChg>
        <pc:spChg chg="mod">
          <ac:chgData name="Sanford Rodrigues" userId="99bf1977d4a59380" providerId="LiveId" clId="{CEEEDCA6-6C3E-4099-BA08-2AE561C60E19}" dt="2025-12-29T21:03:53.533" v="6180" actId="12788"/>
          <ac:spMkLst>
            <pc:docMk/>
            <pc:sldMk cId="42758168" sldId="269"/>
            <ac:spMk id="32" creationId="{172D82BD-79DC-4DA1-B37D-91488BACB17C}"/>
          </ac:spMkLst>
        </pc:spChg>
        <pc:grpChg chg="add del mod">
          <ac:chgData name="Sanford Rodrigues" userId="99bf1977d4a59380" providerId="LiveId" clId="{CEEEDCA6-6C3E-4099-BA08-2AE561C60E19}" dt="2025-12-29T21:08:50.385" v="6444" actId="165"/>
          <ac:grpSpMkLst>
            <pc:docMk/>
            <pc:sldMk cId="42758168" sldId="269"/>
            <ac:grpSpMk id="7" creationId="{457AC85A-341C-42F7-8075-1832EA26FCA0}"/>
          </ac:grpSpMkLst>
        </pc:grpChg>
        <pc:grpChg chg="add mod">
          <ac:chgData name="Sanford Rodrigues" userId="99bf1977d4a59380" providerId="LiveId" clId="{CEEEDCA6-6C3E-4099-BA08-2AE561C60E19}" dt="2025-12-29T21:09:26.171" v="6449" actId="1076"/>
          <ac:grpSpMkLst>
            <pc:docMk/>
            <pc:sldMk cId="42758168" sldId="269"/>
            <ac:grpSpMk id="8" creationId="{EE5C86A6-F4AC-4430-ACB8-DD92072785E0}"/>
          </ac:grpSpMkLst>
        </pc:grpChg>
        <pc:grpChg chg="mod">
          <ac:chgData name="Sanford Rodrigues" userId="99bf1977d4a59380" providerId="LiveId" clId="{CEEEDCA6-6C3E-4099-BA08-2AE561C60E19}" dt="2025-12-29T21:00:18.287" v="6156" actId="12788"/>
          <ac:grpSpMkLst>
            <pc:docMk/>
            <pc:sldMk cId="42758168" sldId="269"/>
            <ac:grpSpMk id="16" creationId="{7B4E2696-44D8-42F8-9527-CB2AABC5090B}"/>
          </ac:grpSpMkLst>
        </pc:grpChg>
        <pc:grpChg chg="mod">
          <ac:chgData name="Sanford Rodrigues" userId="99bf1977d4a59380" providerId="LiveId" clId="{CEEEDCA6-6C3E-4099-BA08-2AE561C60E19}" dt="2025-12-29T21:03:53.533" v="6180" actId="12788"/>
          <ac:grpSpMkLst>
            <pc:docMk/>
            <pc:sldMk cId="42758168" sldId="269"/>
            <ac:grpSpMk id="30" creationId="{28ABF309-5166-4F8B-91A2-DDEB75FBC458}"/>
          </ac:grpSpMkLst>
        </pc:grpChg>
        <pc:graphicFrameChg chg="mod modGraphic">
          <ac:chgData name="Sanford Rodrigues" userId="99bf1977d4a59380" providerId="LiveId" clId="{CEEEDCA6-6C3E-4099-BA08-2AE561C60E19}" dt="2025-12-29T20:30:39.460" v="6117" actId="207"/>
          <ac:graphicFrameMkLst>
            <pc:docMk/>
            <pc:sldMk cId="42758168" sldId="269"/>
            <ac:graphicFrameMk id="4" creationId="{58529CF3-26C7-42D4-928F-D1FB64605892}"/>
          </ac:graphicFrameMkLst>
        </pc:graphicFrameChg>
        <pc:picChg chg="del">
          <ac:chgData name="Sanford Rodrigues" userId="99bf1977d4a59380" providerId="LiveId" clId="{CEEEDCA6-6C3E-4099-BA08-2AE561C60E19}" dt="2025-12-29T20:54:02.349" v="6148" actId="478"/>
          <ac:picMkLst>
            <pc:docMk/>
            <pc:sldMk cId="42758168" sldId="269"/>
            <ac:picMk id="13" creationId="{26FE4072-14DF-491D-AD1C-978600E3BA36}"/>
          </ac:picMkLst>
        </pc:picChg>
        <pc:picChg chg="del">
          <ac:chgData name="Sanford Rodrigues" userId="99bf1977d4a59380" providerId="LiveId" clId="{CEEEDCA6-6C3E-4099-BA08-2AE561C60E19}" dt="2025-12-29T20:54:02.349" v="6148" actId="478"/>
          <ac:picMkLst>
            <pc:docMk/>
            <pc:sldMk cId="42758168" sldId="269"/>
            <ac:picMk id="17" creationId="{CD9F8EA4-1682-4ED7-9BCF-DB78E25D5216}"/>
          </ac:picMkLst>
        </pc:picChg>
        <pc:picChg chg="del">
          <ac:chgData name="Sanford Rodrigues" userId="99bf1977d4a59380" providerId="LiveId" clId="{CEEEDCA6-6C3E-4099-BA08-2AE561C60E19}" dt="2025-12-29T20:54:02.349" v="6148" actId="478"/>
          <ac:picMkLst>
            <pc:docMk/>
            <pc:sldMk cId="42758168" sldId="269"/>
            <ac:picMk id="18" creationId="{3D72B7CC-AB62-42B9-832C-6E917F37A544}"/>
          </ac:picMkLst>
        </pc:picChg>
        <pc:picChg chg="add mod">
          <ac:chgData name="Sanford Rodrigues" userId="99bf1977d4a59380" providerId="LiveId" clId="{CEEEDCA6-6C3E-4099-BA08-2AE561C60E19}" dt="2025-12-29T21:00:27.906" v="6160"/>
          <ac:picMkLst>
            <pc:docMk/>
            <pc:sldMk cId="42758168" sldId="269"/>
            <ac:picMk id="2050" creationId="{FC5403A7-39E9-4EEE-AE04-A7313AD98C77}"/>
          </ac:picMkLst>
        </pc:picChg>
        <pc:picChg chg="add del mod">
          <ac:chgData name="Sanford Rodrigues" userId="99bf1977d4a59380" providerId="LiveId" clId="{CEEEDCA6-6C3E-4099-BA08-2AE561C60E19}" dt="2025-12-29T21:01:36.827" v="6166" actId="478"/>
          <ac:picMkLst>
            <pc:docMk/>
            <pc:sldMk cId="42758168" sldId="269"/>
            <ac:picMk id="2052" creationId="{7AB28234-9901-431B-9F98-C4C59B6E60E5}"/>
          </ac:picMkLst>
        </pc:picChg>
        <pc:picChg chg="add mod">
          <ac:chgData name="Sanford Rodrigues" userId="99bf1977d4a59380" providerId="LiveId" clId="{CEEEDCA6-6C3E-4099-BA08-2AE561C60E19}" dt="2025-12-29T21:04:08.345" v="6188"/>
          <ac:picMkLst>
            <pc:docMk/>
            <pc:sldMk cId="42758168" sldId="269"/>
            <ac:picMk id="2054" creationId="{570E46AB-E77B-4E25-8D9B-159831A18C39}"/>
          </ac:picMkLst>
        </pc:picChg>
        <pc:picChg chg="add mod">
          <ac:chgData name="Sanford Rodrigues" userId="99bf1977d4a59380" providerId="LiveId" clId="{CEEEDCA6-6C3E-4099-BA08-2AE561C60E19}" dt="2025-12-29T21:04:03.850" v="6187"/>
          <ac:picMkLst>
            <pc:docMk/>
            <pc:sldMk cId="42758168" sldId="269"/>
            <ac:picMk id="2056" creationId="{E3C00683-986F-4A3A-8150-DC5C7EF3D33C}"/>
          </ac:picMkLst>
        </pc:picChg>
      </pc:sldChg>
      <pc:sldChg chg="addSp delSp modSp add mod">
        <pc:chgData name="Sanford Rodrigues" userId="99bf1977d4a59380" providerId="LiveId" clId="{CEEEDCA6-6C3E-4099-BA08-2AE561C60E19}" dt="2025-12-29T21:44:12.119" v="6725" actId="552"/>
        <pc:sldMkLst>
          <pc:docMk/>
          <pc:sldMk cId="541549585" sldId="270"/>
        </pc:sldMkLst>
        <pc:spChg chg="mod">
          <ac:chgData name="Sanford Rodrigues" userId="99bf1977d4a59380" providerId="LiveId" clId="{CEEEDCA6-6C3E-4099-BA08-2AE561C60E19}" dt="2025-12-29T21:11:55.028" v="6478" actId="20577"/>
          <ac:spMkLst>
            <pc:docMk/>
            <pc:sldMk cId="541549585" sldId="270"/>
            <ac:spMk id="2" creationId="{43A170C1-85F2-46A6-B422-38F68DF99384}"/>
          </ac:spMkLst>
        </pc:spChg>
        <pc:spChg chg="del">
          <ac:chgData name="Sanford Rodrigues" userId="99bf1977d4a59380" providerId="LiveId" clId="{CEEEDCA6-6C3E-4099-BA08-2AE561C60E19}" dt="2025-12-29T21:11:42.306" v="6452" actId="478"/>
          <ac:spMkLst>
            <pc:docMk/>
            <pc:sldMk cId="541549585" sldId="270"/>
            <ac:spMk id="3" creationId="{B9806A99-ADA7-41F9-A9DA-E16509BD30B5}"/>
          </ac:spMkLst>
        </pc:spChg>
        <pc:spChg chg="del">
          <ac:chgData name="Sanford Rodrigues" userId="99bf1977d4a59380" providerId="LiveId" clId="{CEEEDCA6-6C3E-4099-BA08-2AE561C60E19}" dt="2025-12-29T21:11:42.306" v="6452" actId="478"/>
          <ac:spMkLst>
            <pc:docMk/>
            <pc:sldMk cId="541549585" sldId="270"/>
            <ac:spMk id="5" creationId="{BD212251-E5B1-475E-92E9-1F519E047B08}"/>
          </ac:spMkLst>
        </pc:spChg>
        <pc:spChg chg="del">
          <ac:chgData name="Sanford Rodrigues" userId="99bf1977d4a59380" providerId="LiveId" clId="{CEEEDCA6-6C3E-4099-BA08-2AE561C60E19}" dt="2025-12-29T21:11:42.306" v="6452" actId="478"/>
          <ac:spMkLst>
            <pc:docMk/>
            <pc:sldMk cId="541549585" sldId="270"/>
            <ac:spMk id="20" creationId="{2EE1CDC1-E0C8-4F19-922F-D2FCD7C06C0D}"/>
          </ac:spMkLst>
        </pc:spChg>
        <pc:spChg chg="add mod">
          <ac:chgData name="Sanford Rodrigues" userId="99bf1977d4a59380" providerId="LiveId" clId="{CEEEDCA6-6C3E-4099-BA08-2AE561C60E19}" dt="2025-12-29T21:36:40.467" v="6631" actId="164"/>
          <ac:spMkLst>
            <pc:docMk/>
            <pc:sldMk cId="541549585" sldId="270"/>
            <ac:spMk id="22" creationId="{AD2CFE64-F08B-4196-90BB-7C8643873260}"/>
          </ac:spMkLst>
        </pc:spChg>
        <pc:spChg chg="add del mod">
          <ac:chgData name="Sanford Rodrigues" userId="99bf1977d4a59380" providerId="LiveId" clId="{CEEEDCA6-6C3E-4099-BA08-2AE561C60E19}" dt="2025-12-29T21:28:36.701" v="6507" actId="478"/>
          <ac:spMkLst>
            <pc:docMk/>
            <pc:sldMk cId="541549585" sldId="270"/>
            <ac:spMk id="23" creationId="{A355038F-1538-4E0F-9B66-109DE67EC894}"/>
          </ac:spMkLst>
        </pc:spChg>
        <pc:spChg chg="add mod">
          <ac:chgData name="Sanford Rodrigues" userId="99bf1977d4a59380" providerId="LiveId" clId="{CEEEDCA6-6C3E-4099-BA08-2AE561C60E19}" dt="2025-12-29T21:34:10.876" v="6618" actId="552"/>
          <ac:spMkLst>
            <pc:docMk/>
            <pc:sldMk cId="541549585" sldId="270"/>
            <ac:spMk id="25" creationId="{AFF20564-11F6-4A1F-AF00-02D9C20B764A}"/>
          </ac:spMkLst>
        </pc:spChg>
        <pc:spChg chg="add mod">
          <ac:chgData name="Sanford Rodrigues" userId="99bf1977d4a59380" providerId="LiveId" clId="{CEEEDCA6-6C3E-4099-BA08-2AE561C60E19}" dt="2025-12-29T21:44:12.119" v="6725" actId="552"/>
          <ac:spMkLst>
            <pc:docMk/>
            <pc:sldMk cId="541549585" sldId="270"/>
            <ac:spMk id="26" creationId="{B60A52FD-A17D-4B24-AB6B-3B4D1D6D3CFF}"/>
          </ac:spMkLst>
        </pc:spChg>
        <pc:spChg chg="add mod">
          <ac:chgData name="Sanford Rodrigues" userId="99bf1977d4a59380" providerId="LiveId" clId="{CEEEDCA6-6C3E-4099-BA08-2AE561C60E19}" dt="2025-12-29T21:36:40.467" v="6631" actId="164"/>
          <ac:spMkLst>
            <pc:docMk/>
            <pc:sldMk cId="541549585" sldId="270"/>
            <ac:spMk id="33" creationId="{EC0D59FE-9F75-48C8-B255-A2D3C45AFD00}"/>
          </ac:spMkLst>
        </pc:spChg>
        <pc:spChg chg="add mod">
          <ac:chgData name="Sanford Rodrigues" userId="99bf1977d4a59380" providerId="LiveId" clId="{CEEEDCA6-6C3E-4099-BA08-2AE561C60E19}" dt="2025-12-29T21:38:51.380" v="6667" actId="20577"/>
          <ac:spMkLst>
            <pc:docMk/>
            <pc:sldMk cId="541549585" sldId="270"/>
            <ac:spMk id="34" creationId="{C941114F-806A-4855-9F6A-7EA7F19B2150}"/>
          </ac:spMkLst>
        </pc:spChg>
        <pc:spChg chg="mod topLvl">
          <ac:chgData name="Sanford Rodrigues" userId="99bf1977d4a59380" providerId="LiveId" clId="{CEEEDCA6-6C3E-4099-BA08-2AE561C60E19}" dt="2025-12-29T21:42:15.447" v="6710" actId="12789"/>
          <ac:spMkLst>
            <pc:docMk/>
            <pc:sldMk cId="541549585" sldId="270"/>
            <ac:spMk id="37" creationId="{DA62EB3C-4088-4096-95A3-5CFF99F0979C}"/>
          </ac:spMkLst>
        </pc:spChg>
        <pc:spChg chg="mod topLvl">
          <ac:chgData name="Sanford Rodrigues" userId="99bf1977d4a59380" providerId="LiveId" clId="{CEEEDCA6-6C3E-4099-BA08-2AE561C60E19}" dt="2025-12-29T21:42:59.688" v="6716" actId="12789"/>
          <ac:spMkLst>
            <pc:docMk/>
            <pc:sldMk cId="541549585" sldId="270"/>
            <ac:spMk id="38" creationId="{EBADEB69-C69B-4194-8857-A848D6144B3A}"/>
          </ac:spMkLst>
        </pc:spChg>
        <pc:spChg chg="mod topLvl">
          <ac:chgData name="Sanford Rodrigues" userId="99bf1977d4a59380" providerId="LiveId" clId="{CEEEDCA6-6C3E-4099-BA08-2AE561C60E19}" dt="2025-12-29T21:44:04.483" v="6723" actId="12789"/>
          <ac:spMkLst>
            <pc:docMk/>
            <pc:sldMk cId="541549585" sldId="270"/>
            <ac:spMk id="39" creationId="{A20288F8-77DA-452C-8BE5-B9B625E285BD}"/>
          </ac:spMkLst>
        </pc:spChg>
        <pc:grpChg chg="del">
          <ac:chgData name="Sanford Rodrigues" userId="99bf1977d4a59380" providerId="LiveId" clId="{CEEEDCA6-6C3E-4099-BA08-2AE561C60E19}" dt="2025-12-29T21:11:42.306" v="6452" actId="478"/>
          <ac:grpSpMkLst>
            <pc:docMk/>
            <pc:sldMk cId="541549585" sldId="270"/>
            <ac:grpSpMk id="8" creationId="{EE5C86A6-F4AC-4430-ACB8-DD92072785E0}"/>
          </ac:grpSpMkLst>
        </pc:grpChg>
        <pc:grpChg chg="add mod">
          <ac:chgData name="Sanford Rodrigues" userId="99bf1977d4a59380" providerId="LiveId" clId="{CEEEDCA6-6C3E-4099-BA08-2AE561C60E19}" dt="2025-12-29T21:36:40.467" v="6631" actId="164"/>
          <ac:grpSpMkLst>
            <pc:docMk/>
            <pc:sldMk cId="541549585" sldId="270"/>
            <ac:grpSpMk id="10" creationId="{CF505302-8C70-404C-820A-BDA54F765D51}"/>
          </ac:grpSpMkLst>
        </pc:grpChg>
        <pc:grpChg chg="del">
          <ac:chgData name="Sanford Rodrigues" userId="99bf1977d4a59380" providerId="LiveId" clId="{CEEEDCA6-6C3E-4099-BA08-2AE561C60E19}" dt="2025-12-29T21:11:42.306" v="6452" actId="478"/>
          <ac:grpSpMkLst>
            <pc:docMk/>
            <pc:sldMk cId="541549585" sldId="270"/>
            <ac:grpSpMk id="16" creationId="{7B4E2696-44D8-42F8-9527-CB2AABC5090B}"/>
          </ac:grpSpMkLst>
        </pc:grpChg>
        <pc:grpChg chg="del">
          <ac:chgData name="Sanford Rodrigues" userId="99bf1977d4a59380" providerId="LiveId" clId="{CEEEDCA6-6C3E-4099-BA08-2AE561C60E19}" dt="2025-12-29T21:11:42.306" v="6452" actId="478"/>
          <ac:grpSpMkLst>
            <pc:docMk/>
            <pc:sldMk cId="541549585" sldId="270"/>
            <ac:grpSpMk id="27" creationId="{97C8BCA5-F4B3-442F-AB4C-4DB4D27ACFDC}"/>
          </ac:grpSpMkLst>
        </pc:grpChg>
        <pc:grpChg chg="del">
          <ac:chgData name="Sanford Rodrigues" userId="99bf1977d4a59380" providerId="LiveId" clId="{CEEEDCA6-6C3E-4099-BA08-2AE561C60E19}" dt="2025-12-29T21:11:42.306" v="6452" actId="478"/>
          <ac:grpSpMkLst>
            <pc:docMk/>
            <pc:sldMk cId="541549585" sldId="270"/>
            <ac:grpSpMk id="30" creationId="{28ABF309-5166-4F8B-91A2-DDEB75FBC458}"/>
          </ac:grpSpMkLst>
        </pc:grpChg>
        <pc:grpChg chg="add del mod">
          <ac:chgData name="Sanford Rodrigues" userId="99bf1977d4a59380" providerId="LiveId" clId="{CEEEDCA6-6C3E-4099-BA08-2AE561C60E19}" dt="2025-12-29T21:36:49.627" v="6634" actId="165"/>
          <ac:grpSpMkLst>
            <pc:docMk/>
            <pc:sldMk cId="541549585" sldId="270"/>
            <ac:grpSpMk id="36" creationId="{EF41F581-55C8-4913-92F6-FF5E828905EF}"/>
          </ac:grpSpMkLst>
        </pc:grpChg>
        <pc:graphicFrameChg chg="del">
          <ac:chgData name="Sanford Rodrigues" userId="99bf1977d4a59380" providerId="LiveId" clId="{CEEEDCA6-6C3E-4099-BA08-2AE561C60E19}" dt="2025-12-29T21:11:42.306" v="6452" actId="478"/>
          <ac:graphicFrameMkLst>
            <pc:docMk/>
            <pc:sldMk cId="541549585" sldId="270"/>
            <ac:graphicFrameMk id="4" creationId="{58529CF3-26C7-42D4-928F-D1FB64605892}"/>
          </ac:graphicFrameMkLst>
        </pc:graphicFrameChg>
        <pc:picChg chg="del mod topLvl">
          <ac:chgData name="Sanford Rodrigues" userId="99bf1977d4a59380" providerId="LiveId" clId="{CEEEDCA6-6C3E-4099-BA08-2AE561C60E19}" dt="2025-12-29T21:42:18.955" v="6711" actId="478"/>
          <ac:picMkLst>
            <pc:docMk/>
            <pc:sldMk cId="541549585" sldId="270"/>
            <ac:picMk id="42" creationId="{E1260FAE-9226-4DDB-8EC8-0EC536062AC5}"/>
          </ac:picMkLst>
        </pc:picChg>
        <pc:picChg chg="del mod topLvl">
          <ac:chgData name="Sanford Rodrigues" userId="99bf1977d4a59380" providerId="LiveId" clId="{CEEEDCA6-6C3E-4099-BA08-2AE561C60E19}" dt="2025-12-29T21:43:05.603" v="6717" actId="478"/>
          <ac:picMkLst>
            <pc:docMk/>
            <pc:sldMk cId="541549585" sldId="270"/>
            <ac:picMk id="43" creationId="{5FD6E37A-DF8B-4708-8029-11F7302CDE5A}"/>
          </ac:picMkLst>
        </pc:picChg>
        <pc:picChg chg="del mod topLvl">
          <ac:chgData name="Sanford Rodrigues" userId="99bf1977d4a59380" providerId="LiveId" clId="{CEEEDCA6-6C3E-4099-BA08-2AE561C60E19}" dt="2025-12-29T21:44:08.051" v="6724" actId="478"/>
          <ac:picMkLst>
            <pc:docMk/>
            <pc:sldMk cId="541549585" sldId="270"/>
            <ac:picMk id="44" creationId="{F0368770-8FC4-4788-AF64-74654FF70685}"/>
          </ac:picMkLst>
        </pc:picChg>
        <pc:picChg chg="del">
          <ac:chgData name="Sanford Rodrigues" userId="99bf1977d4a59380" providerId="LiveId" clId="{CEEEDCA6-6C3E-4099-BA08-2AE561C60E19}" dt="2025-12-29T21:11:42.306" v="6452" actId="478"/>
          <ac:picMkLst>
            <pc:docMk/>
            <pc:sldMk cId="541549585" sldId="270"/>
            <ac:picMk id="2050" creationId="{FC5403A7-39E9-4EEE-AE04-A7313AD98C77}"/>
          </ac:picMkLst>
        </pc:picChg>
        <pc:picChg chg="del">
          <ac:chgData name="Sanford Rodrigues" userId="99bf1977d4a59380" providerId="LiveId" clId="{CEEEDCA6-6C3E-4099-BA08-2AE561C60E19}" dt="2025-12-29T21:11:42.306" v="6452" actId="478"/>
          <ac:picMkLst>
            <pc:docMk/>
            <pc:sldMk cId="541549585" sldId="270"/>
            <ac:picMk id="2054" creationId="{570E46AB-E77B-4E25-8D9B-159831A18C39}"/>
          </ac:picMkLst>
        </pc:picChg>
        <pc:picChg chg="del">
          <ac:chgData name="Sanford Rodrigues" userId="99bf1977d4a59380" providerId="LiveId" clId="{CEEEDCA6-6C3E-4099-BA08-2AE561C60E19}" dt="2025-12-29T21:11:42.306" v="6452" actId="478"/>
          <ac:picMkLst>
            <pc:docMk/>
            <pc:sldMk cId="541549585" sldId="270"/>
            <ac:picMk id="2056" creationId="{E3C00683-986F-4A3A-8150-DC5C7EF3D33C}"/>
          </ac:picMkLst>
        </pc:picChg>
        <pc:picChg chg="add mod">
          <ac:chgData name="Sanford Rodrigues" userId="99bf1977d4a59380" providerId="LiveId" clId="{CEEEDCA6-6C3E-4099-BA08-2AE561C60E19}" dt="2025-12-29T21:36:40.467" v="6631" actId="164"/>
          <ac:picMkLst>
            <pc:docMk/>
            <pc:sldMk cId="541549585" sldId="270"/>
            <ac:picMk id="3074" creationId="{EDFFC124-C491-41E3-9709-C1BC09CB0B21}"/>
          </ac:picMkLst>
        </pc:picChg>
        <pc:picChg chg="add mod">
          <ac:chgData name="Sanford Rodrigues" userId="99bf1977d4a59380" providerId="LiveId" clId="{CEEEDCA6-6C3E-4099-BA08-2AE561C60E19}" dt="2025-12-29T21:36:40.467" v="6631" actId="164"/>
          <ac:picMkLst>
            <pc:docMk/>
            <pc:sldMk cId="541549585" sldId="270"/>
            <ac:picMk id="3076" creationId="{94714020-6A3F-4844-B79B-2BB39B987310}"/>
          </ac:picMkLst>
        </pc:picChg>
        <pc:picChg chg="add mod">
          <ac:chgData name="Sanford Rodrigues" userId="99bf1977d4a59380" providerId="LiveId" clId="{CEEEDCA6-6C3E-4099-BA08-2AE561C60E19}" dt="2025-12-29T21:36:40.467" v="6631" actId="164"/>
          <ac:picMkLst>
            <pc:docMk/>
            <pc:sldMk cId="541549585" sldId="270"/>
            <ac:picMk id="3078" creationId="{0B215F66-D57A-48E1-BE07-5A4C4FDE0003}"/>
          </ac:picMkLst>
        </pc:picChg>
        <pc:picChg chg="add mod">
          <ac:chgData name="Sanford Rodrigues" userId="99bf1977d4a59380" providerId="LiveId" clId="{CEEEDCA6-6C3E-4099-BA08-2AE561C60E19}" dt="2025-12-29T21:42:22.613" v="6712" actId="552"/>
          <ac:picMkLst>
            <pc:docMk/>
            <pc:sldMk cId="541549585" sldId="270"/>
            <ac:picMk id="3080" creationId="{8DECA349-BE72-4F17-9144-4DF896DF1F10}"/>
          </ac:picMkLst>
        </pc:picChg>
        <pc:picChg chg="add mod">
          <ac:chgData name="Sanford Rodrigues" userId="99bf1977d4a59380" providerId="LiveId" clId="{CEEEDCA6-6C3E-4099-BA08-2AE561C60E19}" dt="2025-12-29T21:43:10.383" v="6718" actId="552"/>
          <ac:picMkLst>
            <pc:docMk/>
            <pc:sldMk cId="541549585" sldId="270"/>
            <ac:picMk id="3082" creationId="{E535A921-AF13-46DE-B853-ADC5F5540A3B}"/>
          </ac:picMkLst>
        </pc:picChg>
        <pc:picChg chg="add mod">
          <ac:chgData name="Sanford Rodrigues" userId="99bf1977d4a59380" providerId="LiveId" clId="{CEEEDCA6-6C3E-4099-BA08-2AE561C60E19}" dt="2025-12-29T21:44:12.119" v="6725" actId="552"/>
          <ac:picMkLst>
            <pc:docMk/>
            <pc:sldMk cId="541549585" sldId="270"/>
            <ac:picMk id="3084" creationId="{AAB10720-99E7-4C82-BA5A-4E0B936DECA0}"/>
          </ac:picMkLst>
        </pc:picChg>
        <pc:cxnChg chg="add mod">
          <ac:chgData name="Sanford Rodrigues" userId="99bf1977d4a59380" providerId="LiveId" clId="{CEEEDCA6-6C3E-4099-BA08-2AE561C60E19}" dt="2025-12-29T21:36:40.467" v="6631" actId="164"/>
          <ac:cxnSpMkLst>
            <pc:docMk/>
            <pc:sldMk cId="541549585" sldId="270"/>
            <ac:cxnSpMk id="9" creationId="{83D563BB-0F19-4AE5-AC03-42467AC319AA}"/>
          </ac:cxnSpMkLst>
        </pc:cxnChg>
        <pc:cxnChg chg="add mod">
          <ac:chgData name="Sanford Rodrigues" userId="99bf1977d4a59380" providerId="LiveId" clId="{CEEEDCA6-6C3E-4099-BA08-2AE561C60E19}" dt="2025-12-29T21:36:40.467" v="6631" actId="164"/>
          <ac:cxnSpMkLst>
            <pc:docMk/>
            <pc:sldMk cId="541549585" sldId="270"/>
            <ac:cxnSpMk id="35" creationId="{522AEE21-5133-4606-837A-CA1D99976F61}"/>
          </ac:cxnSpMkLst>
        </pc:cxnChg>
        <pc:cxnChg chg="mod topLvl">
          <ac:chgData name="Sanford Rodrigues" userId="99bf1977d4a59380" providerId="LiveId" clId="{CEEEDCA6-6C3E-4099-BA08-2AE561C60E19}" dt="2025-12-29T21:36:49.627" v="6634" actId="165"/>
          <ac:cxnSpMkLst>
            <pc:docMk/>
            <pc:sldMk cId="541549585" sldId="270"/>
            <ac:cxnSpMk id="40" creationId="{1B4843F3-11B4-4279-A7F3-1296F08AAFBD}"/>
          </ac:cxnSpMkLst>
        </pc:cxnChg>
        <pc:cxnChg chg="mod topLvl">
          <ac:chgData name="Sanford Rodrigues" userId="99bf1977d4a59380" providerId="LiveId" clId="{CEEEDCA6-6C3E-4099-BA08-2AE561C60E19}" dt="2025-12-29T21:36:49.627" v="6634" actId="165"/>
          <ac:cxnSpMkLst>
            <pc:docMk/>
            <pc:sldMk cId="541549585" sldId="270"/>
            <ac:cxnSpMk id="41" creationId="{CE038A7C-4299-47A0-81CC-07C00E7E1879}"/>
          </ac:cxnSpMkLst>
        </pc:cxnChg>
      </pc:sldChg>
      <pc:sldChg chg="addSp delSp modSp add mod">
        <pc:chgData name="Sanford Rodrigues" userId="99bf1977d4a59380" providerId="LiveId" clId="{CEEEDCA6-6C3E-4099-BA08-2AE561C60E19}" dt="2025-12-29T21:48:21.912" v="6764" actId="20577"/>
        <pc:sldMkLst>
          <pc:docMk/>
          <pc:sldMk cId="3549909891" sldId="271"/>
        </pc:sldMkLst>
        <pc:spChg chg="mod">
          <ac:chgData name="Sanford Rodrigues" userId="99bf1977d4a59380" providerId="LiveId" clId="{CEEEDCA6-6C3E-4099-BA08-2AE561C60E19}" dt="2025-12-29T21:44:46.545" v="6737" actId="20577"/>
          <ac:spMkLst>
            <pc:docMk/>
            <pc:sldMk cId="3549909891" sldId="271"/>
            <ac:spMk id="2" creationId="{43A170C1-85F2-46A6-B422-38F68DF99384}"/>
          </ac:spMkLst>
        </pc:spChg>
        <pc:spChg chg="add mod">
          <ac:chgData name="Sanford Rodrigues" userId="99bf1977d4a59380" providerId="LiveId" clId="{CEEEDCA6-6C3E-4099-BA08-2AE561C60E19}" dt="2025-12-29T21:48:21.912" v="6764" actId="20577"/>
          <ac:spMkLst>
            <pc:docMk/>
            <pc:sldMk cId="3549909891" sldId="271"/>
            <ac:spMk id="23" creationId="{5F5B8C78-6EE7-4362-AD7B-1C2D1F475622}"/>
          </ac:spMkLst>
        </pc:spChg>
        <pc:spChg chg="del">
          <ac:chgData name="Sanford Rodrigues" userId="99bf1977d4a59380" providerId="LiveId" clId="{CEEEDCA6-6C3E-4099-BA08-2AE561C60E19}" dt="2025-12-29T21:44:41.329" v="6727" actId="478"/>
          <ac:spMkLst>
            <pc:docMk/>
            <pc:sldMk cId="3549909891" sldId="271"/>
            <ac:spMk id="25" creationId="{AFF20564-11F6-4A1F-AF00-02D9C20B764A}"/>
          </ac:spMkLst>
        </pc:spChg>
        <pc:spChg chg="del">
          <ac:chgData name="Sanford Rodrigues" userId="99bf1977d4a59380" providerId="LiveId" clId="{CEEEDCA6-6C3E-4099-BA08-2AE561C60E19}" dt="2025-12-29T21:44:41.329" v="6727" actId="478"/>
          <ac:spMkLst>
            <pc:docMk/>
            <pc:sldMk cId="3549909891" sldId="271"/>
            <ac:spMk id="26" creationId="{B60A52FD-A17D-4B24-AB6B-3B4D1D6D3CFF}"/>
          </ac:spMkLst>
        </pc:spChg>
        <pc:spChg chg="del">
          <ac:chgData name="Sanford Rodrigues" userId="99bf1977d4a59380" providerId="LiveId" clId="{CEEEDCA6-6C3E-4099-BA08-2AE561C60E19}" dt="2025-12-29T21:44:41.329" v="6727" actId="478"/>
          <ac:spMkLst>
            <pc:docMk/>
            <pc:sldMk cId="3549909891" sldId="271"/>
            <ac:spMk id="37" creationId="{DA62EB3C-4088-4096-95A3-5CFF99F0979C}"/>
          </ac:spMkLst>
        </pc:spChg>
        <pc:spChg chg="del">
          <ac:chgData name="Sanford Rodrigues" userId="99bf1977d4a59380" providerId="LiveId" clId="{CEEEDCA6-6C3E-4099-BA08-2AE561C60E19}" dt="2025-12-29T21:44:41.329" v="6727" actId="478"/>
          <ac:spMkLst>
            <pc:docMk/>
            <pc:sldMk cId="3549909891" sldId="271"/>
            <ac:spMk id="38" creationId="{EBADEB69-C69B-4194-8857-A848D6144B3A}"/>
          </ac:spMkLst>
        </pc:spChg>
        <pc:spChg chg="del">
          <ac:chgData name="Sanford Rodrigues" userId="99bf1977d4a59380" providerId="LiveId" clId="{CEEEDCA6-6C3E-4099-BA08-2AE561C60E19}" dt="2025-12-29T21:44:41.329" v="6727" actId="478"/>
          <ac:spMkLst>
            <pc:docMk/>
            <pc:sldMk cId="3549909891" sldId="271"/>
            <ac:spMk id="39" creationId="{A20288F8-77DA-452C-8BE5-B9B625E285BD}"/>
          </ac:spMkLst>
        </pc:spChg>
        <pc:grpChg chg="del">
          <ac:chgData name="Sanford Rodrigues" userId="99bf1977d4a59380" providerId="LiveId" clId="{CEEEDCA6-6C3E-4099-BA08-2AE561C60E19}" dt="2025-12-29T21:44:41.329" v="6727" actId="478"/>
          <ac:grpSpMkLst>
            <pc:docMk/>
            <pc:sldMk cId="3549909891" sldId="271"/>
            <ac:grpSpMk id="10" creationId="{CF505302-8C70-404C-820A-BDA54F765D51}"/>
          </ac:grpSpMkLst>
        </pc:grpChg>
        <pc:picChg chg="del">
          <ac:chgData name="Sanford Rodrigues" userId="99bf1977d4a59380" providerId="LiveId" clId="{CEEEDCA6-6C3E-4099-BA08-2AE561C60E19}" dt="2025-12-29T21:44:41.329" v="6727" actId="478"/>
          <ac:picMkLst>
            <pc:docMk/>
            <pc:sldMk cId="3549909891" sldId="271"/>
            <ac:picMk id="3080" creationId="{8DECA349-BE72-4F17-9144-4DF896DF1F10}"/>
          </ac:picMkLst>
        </pc:picChg>
        <pc:picChg chg="del">
          <ac:chgData name="Sanford Rodrigues" userId="99bf1977d4a59380" providerId="LiveId" clId="{CEEEDCA6-6C3E-4099-BA08-2AE561C60E19}" dt="2025-12-29T21:44:41.329" v="6727" actId="478"/>
          <ac:picMkLst>
            <pc:docMk/>
            <pc:sldMk cId="3549909891" sldId="271"/>
            <ac:picMk id="3082" creationId="{E535A921-AF13-46DE-B853-ADC5F5540A3B}"/>
          </ac:picMkLst>
        </pc:picChg>
        <pc:picChg chg="del">
          <ac:chgData name="Sanford Rodrigues" userId="99bf1977d4a59380" providerId="LiveId" clId="{CEEEDCA6-6C3E-4099-BA08-2AE561C60E19}" dt="2025-12-29T21:44:41.329" v="6727" actId="478"/>
          <ac:picMkLst>
            <pc:docMk/>
            <pc:sldMk cId="3549909891" sldId="271"/>
            <ac:picMk id="3084" creationId="{AAB10720-99E7-4C82-BA5A-4E0B936DECA0}"/>
          </ac:picMkLst>
        </pc:picChg>
        <pc:cxnChg chg="del">
          <ac:chgData name="Sanford Rodrigues" userId="99bf1977d4a59380" providerId="LiveId" clId="{CEEEDCA6-6C3E-4099-BA08-2AE561C60E19}" dt="2025-12-29T21:44:41.329" v="6727" actId="478"/>
          <ac:cxnSpMkLst>
            <pc:docMk/>
            <pc:sldMk cId="3549909891" sldId="271"/>
            <ac:cxnSpMk id="40" creationId="{1B4843F3-11B4-4279-A7F3-1296F08AAFBD}"/>
          </ac:cxnSpMkLst>
        </pc:cxnChg>
        <pc:cxnChg chg="del">
          <ac:chgData name="Sanford Rodrigues" userId="99bf1977d4a59380" providerId="LiveId" clId="{CEEEDCA6-6C3E-4099-BA08-2AE561C60E19}" dt="2025-12-29T21:44:41.329" v="6727" actId="478"/>
          <ac:cxnSpMkLst>
            <pc:docMk/>
            <pc:sldMk cId="3549909891" sldId="271"/>
            <ac:cxnSpMk id="41" creationId="{CE038A7C-4299-47A0-81CC-07C00E7E1879}"/>
          </ac:cxnSpMkLst>
        </pc:cxnChg>
      </pc:sldChg>
      <pc:sldChg chg="addSp delSp modSp add mod">
        <pc:chgData name="Sanford Rodrigues" userId="99bf1977d4a59380" providerId="LiveId" clId="{CEEEDCA6-6C3E-4099-BA08-2AE561C60E19}" dt="2025-12-29T21:54:47.044" v="6849" actId="14100"/>
        <pc:sldMkLst>
          <pc:docMk/>
          <pc:sldMk cId="3994984318" sldId="272"/>
        </pc:sldMkLst>
        <pc:spChg chg="del">
          <ac:chgData name="Sanford Rodrigues" userId="99bf1977d4a59380" providerId="LiveId" clId="{CEEEDCA6-6C3E-4099-BA08-2AE561C60E19}" dt="2025-12-29T21:48:42.263" v="6767" actId="478"/>
          <ac:spMkLst>
            <pc:docMk/>
            <pc:sldMk cId="3994984318" sldId="272"/>
            <ac:spMk id="2" creationId="{43A170C1-85F2-46A6-B422-38F68DF99384}"/>
          </ac:spMkLst>
        </pc:spChg>
        <pc:spChg chg="add del">
          <ac:chgData name="Sanford Rodrigues" userId="99bf1977d4a59380" providerId="LiveId" clId="{CEEEDCA6-6C3E-4099-BA08-2AE561C60E19}" dt="2025-12-29T21:51:00.911" v="6784" actId="11529"/>
          <ac:spMkLst>
            <pc:docMk/>
            <pc:sldMk cId="3994984318" sldId="272"/>
            <ac:spMk id="7" creationId="{6DE19D10-F6F6-4760-A599-B9DF17EA46E8}"/>
          </ac:spMkLst>
        </pc:spChg>
        <pc:spChg chg="add del">
          <ac:chgData name="Sanford Rodrigues" userId="99bf1977d4a59380" providerId="LiveId" clId="{CEEEDCA6-6C3E-4099-BA08-2AE561C60E19}" dt="2025-12-29T21:50:21.477" v="6780" actId="22"/>
          <ac:spMkLst>
            <pc:docMk/>
            <pc:sldMk cId="3994984318" sldId="272"/>
            <ac:spMk id="8" creationId="{EC6881DC-5743-4FEE-B145-9B0A56CF16BB}"/>
          </ac:spMkLst>
        </pc:spChg>
        <pc:spChg chg="add mod">
          <ac:chgData name="Sanford Rodrigues" userId="99bf1977d4a59380" providerId="LiveId" clId="{CEEEDCA6-6C3E-4099-BA08-2AE561C60E19}" dt="2025-12-29T21:53:52.309" v="6844" actId="2085"/>
          <ac:spMkLst>
            <pc:docMk/>
            <pc:sldMk cId="3994984318" sldId="272"/>
            <ac:spMk id="9" creationId="{23F2B4DB-A1C2-443C-9AD5-10ABA98B2C78}"/>
          </ac:spMkLst>
        </pc:spChg>
        <pc:spChg chg="del">
          <ac:chgData name="Sanford Rodrigues" userId="99bf1977d4a59380" providerId="LiveId" clId="{CEEEDCA6-6C3E-4099-BA08-2AE561C60E19}" dt="2025-12-29T21:48:39.319" v="6766" actId="478"/>
          <ac:spMkLst>
            <pc:docMk/>
            <pc:sldMk cId="3994984318" sldId="272"/>
            <ac:spMk id="23" creationId="{5F5B8C78-6EE7-4362-AD7B-1C2D1F475622}"/>
          </ac:spMkLst>
        </pc:spChg>
        <pc:picChg chg="add del mod modCrop">
          <ac:chgData name="Sanford Rodrigues" userId="99bf1977d4a59380" providerId="LiveId" clId="{CEEEDCA6-6C3E-4099-BA08-2AE561C60E19}" dt="2025-12-29T21:51:02.247" v="6785" actId="478"/>
          <ac:picMkLst>
            <pc:docMk/>
            <pc:sldMk cId="3994984318" sldId="272"/>
            <ac:picMk id="4" creationId="{B36E4A47-35BF-4AD8-8A67-2AA5B399D7EA}"/>
          </ac:picMkLst>
        </pc:picChg>
        <pc:picChg chg="add mod">
          <ac:chgData name="Sanford Rodrigues" userId="99bf1977d4a59380" providerId="LiveId" clId="{CEEEDCA6-6C3E-4099-BA08-2AE561C60E19}" dt="2025-12-29T21:49:40.064" v="6772" actId="571"/>
          <ac:picMkLst>
            <pc:docMk/>
            <pc:sldMk cId="3994984318" sldId="272"/>
            <ac:picMk id="6" creationId="{7D66594A-A740-4169-83B2-A001FE940E2E}"/>
          </ac:picMkLst>
        </pc:picChg>
        <pc:picChg chg="add mod ord">
          <ac:chgData name="Sanford Rodrigues" userId="99bf1977d4a59380" providerId="LiveId" clId="{CEEEDCA6-6C3E-4099-BA08-2AE561C60E19}" dt="2025-12-29T21:54:47.044" v="6849" actId="14100"/>
          <ac:picMkLst>
            <pc:docMk/>
            <pc:sldMk cId="3994984318" sldId="272"/>
            <ac:picMk id="11" creationId="{3F3FC9AC-0A35-48C6-834A-696D38DA8D9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642BC0-EFA4-4EEA-BC06-4F6CBAB76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3F031AA-2724-4095-AC9D-729962E860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5BE14D-CFEF-4AC7-B93F-7CCE1987C877}" type="datetimeFigureOut">
              <a:rPr lang="en-IN" smtClean="0"/>
              <a:t>29-12-2025</a:t>
            </a:fld>
            <a:endParaRPr lang="en-IN"/>
          </a:p>
        </p:txBody>
      </p:sp>
      <p:sp>
        <p:nvSpPr>
          <p:cNvPr id="4" name="Footer Placeholder 3">
            <a:extLst>
              <a:ext uri="{FF2B5EF4-FFF2-40B4-BE49-F238E27FC236}">
                <a16:creationId xmlns:a16="http://schemas.microsoft.com/office/drawing/2014/main" id="{BEAE04A7-0EC4-487F-BF18-4DE7084B368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E7932C3C-F070-44A6-B634-FB8A8885F15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B781AB-1360-46A2-9BEA-0204561BE4EC}" type="slidenum">
              <a:rPr lang="en-IN" smtClean="0"/>
              <a:t>‹#›</a:t>
            </a:fld>
            <a:endParaRPr lang="en-IN"/>
          </a:p>
        </p:txBody>
      </p:sp>
    </p:spTree>
    <p:extLst>
      <p:ext uri="{BB962C8B-B14F-4D97-AF65-F5344CB8AC3E}">
        <p14:creationId xmlns:p14="http://schemas.microsoft.com/office/powerpoint/2010/main" val="403934095"/>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hyperlink" Target="https://belajartradingonlinelegal.blogspot.com/" TargetMode="External"/><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extLst>
              <a:ext uri="{837473B0-CC2E-450A-ABE3-18F120FF3D39}">
                <a1611:picAttrSrcUrl xmlns:a1611="http://schemas.microsoft.com/office/drawing/2016/11/main" r:id="rId3"/>
              </a:ext>
            </a:extLst>
          </a:blip>
          <a:srcRect/>
          <a:stretch>
            <a:fillRect t="-8000" b="-8000"/>
          </a:stretch>
        </a:blip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1A67ACB-05CB-4251-A171-28FDF5BA8AD7}"/>
              </a:ext>
            </a:extLst>
          </p:cNvPr>
          <p:cNvSpPr>
            <a:spLocks noGrp="1"/>
          </p:cNvSpPr>
          <p:nvPr>
            <p:ph type="pic" sz="quarter" idx="13"/>
          </p:nvPr>
        </p:nvSpPr>
        <p:spPr>
          <a:xfrm flipV="1">
            <a:off x="0" y="0"/>
            <a:ext cx="2868613" cy="2387600"/>
          </a:xfrm>
          <a:prstGeom prst="rtTriangle">
            <a:avLst/>
          </a:prstGeom>
          <a:ln>
            <a:noFill/>
          </a:ln>
        </p:spPr>
        <p:txBody>
          <a:bodyPr/>
          <a:lstStyle/>
          <a:p>
            <a:endParaRPr lang="en-IN"/>
          </a:p>
        </p:txBody>
      </p:sp>
      <p:sp>
        <p:nvSpPr>
          <p:cNvPr id="2" name="Title 1">
            <a:extLst>
              <a:ext uri="{FF2B5EF4-FFF2-40B4-BE49-F238E27FC236}">
                <a16:creationId xmlns:a16="http://schemas.microsoft.com/office/drawing/2014/main" id="{BF343C0E-5CF0-4A80-89B8-C802009FB97B}"/>
              </a:ext>
            </a:extLst>
          </p:cNvPr>
          <p:cNvSpPr>
            <a:spLocks noGrp="1"/>
          </p:cNvSpPr>
          <p:nvPr>
            <p:ph type="ctrTitle"/>
          </p:nvPr>
        </p:nvSpPr>
        <p:spPr>
          <a:xfrm>
            <a:off x="1524000" y="715963"/>
            <a:ext cx="9144000" cy="2387600"/>
          </a:xfrm>
        </p:spPr>
        <p:txBody>
          <a:bodyPr anchor="ctr">
            <a:normAutofit/>
          </a:bodyPr>
          <a:lstStyle>
            <a:lvl1pPr algn="ctr">
              <a:defRPr sz="4800"/>
            </a:lvl1pPr>
          </a:lstStyle>
          <a:p>
            <a:r>
              <a:rPr lang="en-US" dirty="0"/>
              <a:t>Click to edit Master title style</a:t>
            </a:r>
            <a:endParaRPr lang="en-IN" dirty="0"/>
          </a:p>
        </p:txBody>
      </p:sp>
      <p:sp>
        <p:nvSpPr>
          <p:cNvPr id="3" name="Subtitle 2">
            <a:extLst>
              <a:ext uri="{FF2B5EF4-FFF2-40B4-BE49-F238E27FC236}">
                <a16:creationId xmlns:a16="http://schemas.microsoft.com/office/drawing/2014/main" id="{4285635F-C38B-48C9-B2F8-DE170AD11007}"/>
              </a:ext>
            </a:extLst>
          </p:cNvPr>
          <p:cNvSpPr>
            <a:spLocks noGrp="1"/>
          </p:cNvSpPr>
          <p:nvPr>
            <p:ph type="subTitle" idx="1"/>
          </p:nvPr>
        </p:nvSpPr>
        <p:spPr>
          <a:xfrm>
            <a:off x="1524000" y="3602038"/>
            <a:ext cx="9144000" cy="1655762"/>
          </a:xfrm>
        </p:spPr>
        <p:txBody>
          <a:bodyPr anchor="ct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IN" dirty="0"/>
          </a:p>
        </p:txBody>
      </p:sp>
      <p:sp>
        <p:nvSpPr>
          <p:cNvPr id="4" name="Date Placeholder 3">
            <a:extLst>
              <a:ext uri="{FF2B5EF4-FFF2-40B4-BE49-F238E27FC236}">
                <a16:creationId xmlns:a16="http://schemas.microsoft.com/office/drawing/2014/main" id="{EC7749CC-E9A6-410C-8C61-41D7348900A0}"/>
              </a:ext>
            </a:extLst>
          </p:cNvPr>
          <p:cNvSpPr>
            <a:spLocks noGrp="1"/>
          </p:cNvSpPr>
          <p:nvPr>
            <p:ph type="dt" sz="half" idx="10"/>
          </p:nvPr>
        </p:nvSpPr>
        <p:spPr/>
        <p:txBody>
          <a:bodyPr/>
          <a:lstStyle/>
          <a:p>
            <a:fld id="{1B76FA96-568B-4902-B5F7-832BA51C84B1}" type="datetimeFigureOut">
              <a:rPr lang="en-IN" smtClean="0"/>
              <a:t>29-12-2025</a:t>
            </a:fld>
            <a:endParaRPr lang="en-IN"/>
          </a:p>
        </p:txBody>
      </p:sp>
      <p:sp>
        <p:nvSpPr>
          <p:cNvPr id="5" name="Footer Placeholder 4">
            <a:extLst>
              <a:ext uri="{FF2B5EF4-FFF2-40B4-BE49-F238E27FC236}">
                <a16:creationId xmlns:a16="http://schemas.microsoft.com/office/drawing/2014/main" id="{94DAB6BF-6CFA-4E72-8487-E92760F593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F1478D-E5B8-4ACD-807E-026ABF5F30D7}"/>
              </a:ext>
            </a:extLst>
          </p:cNvPr>
          <p:cNvSpPr>
            <a:spLocks noGrp="1"/>
          </p:cNvSpPr>
          <p:nvPr>
            <p:ph type="sldNum" sz="quarter" idx="12"/>
          </p:nvPr>
        </p:nvSpPr>
        <p:spPr/>
        <p:txBody>
          <a:bodyPr/>
          <a:lstStyle/>
          <a:p>
            <a:fld id="{7AE3B2AA-38CA-468C-85DB-4DD3494E8529}" type="slidenum">
              <a:rPr lang="en-IN" smtClean="0"/>
              <a:t>‹#›</a:t>
            </a:fld>
            <a:endParaRPr lang="en-IN"/>
          </a:p>
        </p:txBody>
      </p:sp>
    </p:spTree>
    <p:extLst>
      <p:ext uri="{BB962C8B-B14F-4D97-AF65-F5344CB8AC3E}">
        <p14:creationId xmlns:p14="http://schemas.microsoft.com/office/powerpoint/2010/main" val="1978162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6E76E-4859-4DC7-A57C-F0D5D2A19A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1E810B-C147-48BE-B3BD-72D5293013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80E013-9CB9-463A-9957-5DCFF6B6818F}"/>
              </a:ext>
            </a:extLst>
          </p:cNvPr>
          <p:cNvSpPr>
            <a:spLocks noGrp="1"/>
          </p:cNvSpPr>
          <p:nvPr>
            <p:ph type="dt" sz="half" idx="10"/>
          </p:nvPr>
        </p:nvSpPr>
        <p:spPr/>
        <p:txBody>
          <a:bodyPr/>
          <a:lstStyle/>
          <a:p>
            <a:fld id="{1B76FA96-568B-4902-B5F7-832BA51C84B1}" type="datetimeFigureOut">
              <a:rPr lang="en-IN" smtClean="0"/>
              <a:t>29-12-2025</a:t>
            </a:fld>
            <a:endParaRPr lang="en-IN"/>
          </a:p>
        </p:txBody>
      </p:sp>
      <p:sp>
        <p:nvSpPr>
          <p:cNvPr id="5" name="Footer Placeholder 4">
            <a:extLst>
              <a:ext uri="{FF2B5EF4-FFF2-40B4-BE49-F238E27FC236}">
                <a16:creationId xmlns:a16="http://schemas.microsoft.com/office/drawing/2014/main" id="{48EB1556-F455-4390-99A8-460176FA42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5BBF92-278A-486F-AA73-2925377E1DB8}"/>
              </a:ext>
            </a:extLst>
          </p:cNvPr>
          <p:cNvSpPr>
            <a:spLocks noGrp="1"/>
          </p:cNvSpPr>
          <p:nvPr>
            <p:ph type="sldNum" sz="quarter" idx="12"/>
          </p:nvPr>
        </p:nvSpPr>
        <p:spPr/>
        <p:txBody>
          <a:bodyPr/>
          <a:lstStyle/>
          <a:p>
            <a:fld id="{7AE3B2AA-38CA-468C-85DB-4DD3494E8529}" type="slidenum">
              <a:rPr lang="en-IN" smtClean="0"/>
              <a:t>‹#›</a:t>
            </a:fld>
            <a:endParaRPr lang="en-IN"/>
          </a:p>
        </p:txBody>
      </p:sp>
    </p:spTree>
    <p:extLst>
      <p:ext uri="{BB962C8B-B14F-4D97-AF65-F5344CB8AC3E}">
        <p14:creationId xmlns:p14="http://schemas.microsoft.com/office/powerpoint/2010/main" val="4289164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01D5C-8D46-46B3-BBF4-B3D1C51DDD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DA9F8B4-C317-4F01-8BD2-C4A82C9F6DC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E37829-742A-46F8-AB8C-03CA16A35B0F}"/>
              </a:ext>
            </a:extLst>
          </p:cNvPr>
          <p:cNvSpPr>
            <a:spLocks noGrp="1"/>
          </p:cNvSpPr>
          <p:nvPr>
            <p:ph type="dt" sz="half" idx="10"/>
          </p:nvPr>
        </p:nvSpPr>
        <p:spPr/>
        <p:txBody>
          <a:bodyPr/>
          <a:lstStyle/>
          <a:p>
            <a:fld id="{1B76FA96-568B-4902-B5F7-832BA51C84B1}" type="datetimeFigureOut">
              <a:rPr lang="en-IN" smtClean="0"/>
              <a:t>29-12-2025</a:t>
            </a:fld>
            <a:endParaRPr lang="en-IN"/>
          </a:p>
        </p:txBody>
      </p:sp>
      <p:sp>
        <p:nvSpPr>
          <p:cNvPr id="5" name="Footer Placeholder 4">
            <a:extLst>
              <a:ext uri="{FF2B5EF4-FFF2-40B4-BE49-F238E27FC236}">
                <a16:creationId xmlns:a16="http://schemas.microsoft.com/office/drawing/2014/main" id="{AE21A65B-E65C-4206-8E5C-2327042828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50E142-903E-4380-841C-62646E62FE80}"/>
              </a:ext>
            </a:extLst>
          </p:cNvPr>
          <p:cNvSpPr>
            <a:spLocks noGrp="1"/>
          </p:cNvSpPr>
          <p:nvPr>
            <p:ph type="sldNum" sz="quarter" idx="12"/>
          </p:nvPr>
        </p:nvSpPr>
        <p:spPr/>
        <p:txBody>
          <a:bodyPr/>
          <a:lstStyle/>
          <a:p>
            <a:fld id="{7AE3B2AA-38CA-468C-85DB-4DD3494E8529}" type="slidenum">
              <a:rPr lang="en-IN" smtClean="0"/>
              <a:t>‹#›</a:t>
            </a:fld>
            <a:endParaRPr lang="en-IN"/>
          </a:p>
        </p:txBody>
      </p:sp>
    </p:spTree>
    <p:extLst>
      <p:ext uri="{BB962C8B-B14F-4D97-AF65-F5344CB8AC3E}">
        <p14:creationId xmlns:p14="http://schemas.microsoft.com/office/powerpoint/2010/main" val="3033437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47179-7F89-4AC3-8C29-386EEBD874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271666-9CC9-43A0-AA1F-EBFDE0BE74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6EC4136-72CC-4FDA-9061-D085339ED8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4E48CB1-C4A9-4B1E-8DC0-376162B2752D}"/>
              </a:ext>
            </a:extLst>
          </p:cNvPr>
          <p:cNvSpPr>
            <a:spLocks noGrp="1"/>
          </p:cNvSpPr>
          <p:nvPr>
            <p:ph type="dt" sz="half" idx="10"/>
          </p:nvPr>
        </p:nvSpPr>
        <p:spPr/>
        <p:txBody>
          <a:bodyPr/>
          <a:lstStyle/>
          <a:p>
            <a:fld id="{1B76FA96-568B-4902-B5F7-832BA51C84B1}" type="datetimeFigureOut">
              <a:rPr lang="en-IN" smtClean="0"/>
              <a:t>29-12-2025</a:t>
            </a:fld>
            <a:endParaRPr lang="en-IN"/>
          </a:p>
        </p:txBody>
      </p:sp>
      <p:sp>
        <p:nvSpPr>
          <p:cNvPr id="6" name="Footer Placeholder 5">
            <a:extLst>
              <a:ext uri="{FF2B5EF4-FFF2-40B4-BE49-F238E27FC236}">
                <a16:creationId xmlns:a16="http://schemas.microsoft.com/office/drawing/2014/main" id="{0FE60C4B-64F8-4C92-9818-552C95F132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5D0B81-DE84-4EA3-BE72-AAEE71EBF038}"/>
              </a:ext>
            </a:extLst>
          </p:cNvPr>
          <p:cNvSpPr>
            <a:spLocks noGrp="1"/>
          </p:cNvSpPr>
          <p:nvPr>
            <p:ph type="sldNum" sz="quarter" idx="12"/>
          </p:nvPr>
        </p:nvSpPr>
        <p:spPr/>
        <p:txBody>
          <a:bodyPr/>
          <a:lstStyle/>
          <a:p>
            <a:fld id="{7AE3B2AA-38CA-468C-85DB-4DD3494E8529}" type="slidenum">
              <a:rPr lang="en-IN" smtClean="0"/>
              <a:t>‹#›</a:t>
            </a:fld>
            <a:endParaRPr lang="en-IN"/>
          </a:p>
        </p:txBody>
      </p:sp>
    </p:spTree>
    <p:extLst>
      <p:ext uri="{BB962C8B-B14F-4D97-AF65-F5344CB8AC3E}">
        <p14:creationId xmlns:p14="http://schemas.microsoft.com/office/powerpoint/2010/main" val="3007781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B00B0-6C54-48AA-91EC-438B5511239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9050DF-D2C7-43C9-885F-93001C977D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CF416D-7562-43E4-97A5-21F5730ED0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F42D35-3ACE-4304-9E70-799580C006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600F47-54E1-4484-88EC-82AEFF23B3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44E910-72B1-41FC-90E4-F1A6DAEC8F46}"/>
              </a:ext>
            </a:extLst>
          </p:cNvPr>
          <p:cNvSpPr>
            <a:spLocks noGrp="1"/>
          </p:cNvSpPr>
          <p:nvPr>
            <p:ph type="dt" sz="half" idx="10"/>
          </p:nvPr>
        </p:nvSpPr>
        <p:spPr/>
        <p:txBody>
          <a:bodyPr/>
          <a:lstStyle/>
          <a:p>
            <a:fld id="{1B76FA96-568B-4902-B5F7-832BA51C84B1}" type="datetimeFigureOut">
              <a:rPr lang="en-IN" smtClean="0"/>
              <a:t>29-12-2025</a:t>
            </a:fld>
            <a:endParaRPr lang="en-IN"/>
          </a:p>
        </p:txBody>
      </p:sp>
      <p:sp>
        <p:nvSpPr>
          <p:cNvPr id="8" name="Footer Placeholder 7">
            <a:extLst>
              <a:ext uri="{FF2B5EF4-FFF2-40B4-BE49-F238E27FC236}">
                <a16:creationId xmlns:a16="http://schemas.microsoft.com/office/drawing/2014/main" id="{FE7BA2C8-107F-4753-8C50-894EC17402A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868A905-5FB5-452C-9E25-96618BC2B104}"/>
              </a:ext>
            </a:extLst>
          </p:cNvPr>
          <p:cNvSpPr>
            <a:spLocks noGrp="1"/>
          </p:cNvSpPr>
          <p:nvPr>
            <p:ph type="sldNum" sz="quarter" idx="12"/>
          </p:nvPr>
        </p:nvSpPr>
        <p:spPr/>
        <p:txBody>
          <a:bodyPr/>
          <a:lstStyle/>
          <a:p>
            <a:fld id="{7AE3B2AA-38CA-468C-85DB-4DD3494E8529}" type="slidenum">
              <a:rPr lang="en-IN" smtClean="0"/>
              <a:t>‹#›</a:t>
            </a:fld>
            <a:endParaRPr lang="en-IN"/>
          </a:p>
        </p:txBody>
      </p:sp>
    </p:spTree>
    <p:extLst>
      <p:ext uri="{BB962C8B-B14F-4D97-AF65-F5344CB8AC3E}">
        <p14:creationId xmlns:p14="http://schemas.microsoft.com/office/powerpoint/2010/main" val="1897644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8AD82-64D3-42A3-A97D-698816FF291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12CD5F-3F10-4291-BD8C-A7ED12583EB8}"/>
              </a:ext>
            </a:extLst>
          </p:cNvPr>
          <p:cNvSpPr>
            <a:spLocks noGrp="1"/>
          </p:cNvSpPr>
          <p:nvPr>
            <p:ph type="dt" sz="half" idx="10"/>
          </p:nvPr>
        </p:nvSpPr>
        <p:spPr/>
        <p:txBody>
          <a:bodyPr/>
          <a:lstStyle/>
          <a:p>
            <a:fld id="{1B76FA96-568B-4902-B5F7-832BA51C84B1}" type="datetimeFigureOut">
              <a:rPr lang="en-IN" smtClean="0"/>
              <a:t>29-12-2025</a:t>
            </a:fld>
            <a:endParaRPr lang="en-IN"/>
          </a:p>
        </p:txBody>
      </p:sp>
      <p:sp>
        <p:nvSpPr>
          <p:cNvPr id="4" name="Footer Placeholder 3">
            <a:extLst>
              <a:ext uri="{FF2B5EF4-FFF2-40B4-BE49-F238E27FC236}">
                <a16:creationId xmlns:a16="http://schemas.microsoft.com/office/drawing/2014/main" id="{10B94C95-0611-460C-858E-F28498A1BB2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AFCAC31-8AFD-408E-8D93-54471B09B4A9}"/>
              </a:ext>
            </a:extLst>
          </p:cNvPr>
          <p:cNvSpPr>
            <a:spLocks noGrp="1"/>
          </p:cNvSpPr>
          <p:nvPr>
            <p:ph type="sldNum" sz="quarter" idx="12"/>
          </p:nvPr>
        </p:nvSpPr>
        <p:spPr/>
        <p:txBody>
          <a:bodyPr/>
          <a:lstStyle/>
          <a:p>
            <a:fld id="{7AE3B2AA-38CA-468C-85DB-4DD3494E8529}" type="slidenum">
              <a:rPr lang="en-IN" smtClean="0"/>
              <a:t>‹#›</a:t>
            </a:fld>
            <a:endParaRPr lang="en-IN"/>
          </a:p>
        </p:txBody>
      </p:sp>
    </p:spTree>
    <p:extLst>
      <p:ext uri="{BB962C8B-B14F-4D97-AF65-F5344CB8AC3E}">
        <p14:creationId xmlns:p14="http://schemas.microsoft.com/office/powerpoint/2010/main" val="3094686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E0B03F-7A10-429A-B251-FCABD47E06BA}"/>
              </a:ext>
            </a:extLst>
          </p:cNvPr>
          <p:cNvSpPr>
            <a:spLocks noGrp="1"/>
          </p:cNvSpPr>
          <p:nvPr>
            <p:ph type="dt" sz="half" idx="10"/>
          </p:nvPr>
        </p:nvSpPr>
        <p:spPr/>
        <p:txBody>
          <a:bodyPr/>
          <a:lstStyle/>
          <a:p>
            <a:fld id="{1B76FA96-568B-4902-B5F7-832BA51C84B1}" type="datetimeFigureOut">
              <a:rPr lang="en-IN" smtClean="0"/>
              <a:t>29-12-2025</a:t>
            </a:fld>
            <a:endParaRPr lang="en-IN"/>
          </a:p>
        </p:txBody>
      </p:sp>
      <p:sp>
        <p:nvSpPr>
          <p:cNvPr id="3" name="Footer Placeholder 2">
            <a:extLst>
              <a:ext uri="{FF2B5EF4-FFF2-40B4-BE49-F238E27FC236}">
                <a16:creationId xmlns:a16="http://schemas.microsoft.com/office/drawing/2014/main" id="{1D589BB1-5CC2-44A5-B733-CE2308445A3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237779D-4EA7-462C-815E-B7FFB001049F}"/>
              </a:ext>
            </a:extLst>
          </p:cNvPr>
          <p:cNvSpPr>
            <a:spLocks noGrp="1"/>
          </p:cNvSpPr>
          <p:nvPr>
            <p:ph type="sldNum" sz="quarter" idx="12"/>
          </p:nvPr>
        </p:nvSpPr>
        <p:spPr/>
        <p:txBody>
          <a:bodyPr/>
          <a:lstStyle/>
          <a:p>
            <a:fld id="{7AE3B2AA-38CA-468C-85DB-4DD3494E8529}" type="slidenum">
              <a:rPr lang="en-IN" smtClean="0"/>
              <a:t>‹#›</a:t>
            </a:fld>
            <a:endParaRPr lang="en-IN"/>
          </a:p>
        </p:txBody>
      </p:sp>
    </p:spTree>
    <p:extLst>
      <p:ext uri="{BB962C8B-B14F-4D97-AF65-F5344CB8AC3E}">
        <p14:creationId xmlns:p14="http://schemas.microsoft.com/office/powerpoint/2010/main" val="2719579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87F10-A536-4726-8C3C-6F453BC916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F020CD2-57C0-4599-9801-04A4CDD5B6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C31AE5A-BC49-4A67-A11D-171CED0F0E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15E72D-E318-4728-AB69-F47A1315C021}"/>
              </a:ext>
            </a:extLst>
          </p:cNvPr>
          <p:cNvSpPr>
            <a:spLocks noGrp="1"/>
          </p:cNvSpPr>
          <p:nvPr>
            <p:ph type="dt" sz="half" idx="10"/>
          </p:nvPr>
        </p:nvSpPr>
        <p:spPr/>
        <p:txBody>
          <a:bodyPr/>
          <a:lstStyle/>
          <a:p>
            <a:fld id="{1B76FA96-568B-4902-B5F7-832BA51C84B1}" type="datetimeFigureOut">
              <a:rPr lang="en-IN" smtClean="0"/>
              <a:t>29-12-2025</a:t>
            </a:fld>
            <a:endParaRPr lang="en-IN"/>
          </a:p>
        </p:txBody>
      </p:sp>
      <p:sp>
        <p:nvSpPr>
          <p:cNvPr id="6" name="Footer Placeholder 5">
            <a:extLst>
              <a:ext uri="{FF2B5EF4-FFF2-40B4-BE49-F238E27FC236}">
                <a16:creationId xmlns:a16="http://schemas.microsoft.com/office/drawing/2014/main" id="{891116B0-033D-4D32-9330-51CBF6F313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F58404-5155-4479-8820-C7B93BE46A75}"/>
              </a:ext>
            </a:extLst>
          </p:cNvPr>
          <p:cNvSpPr>
            <a:spLocks noGrp="1"/>
          </p:cNvSpPr>
          <p:nvPr>
            <p:ph type="sldNum" sz="quarter" idx="12"/>
          </p:nvPr>
        </p:nvSpPr>
        <p:spPr/>
        <p:txBody>
          <a:bodyPr/>
          <a:lstStyle/>
          <a:p>
            <a:fld id="{7AE3B2AA-38CA-468C-85DB-4DD3494E8529}" type="slidenum">
              <a:rPr lang="en-IN" smtClean="0"/>
              <a:t>‹#›</a:t>
            </a:fld>
            <a:endParaRPr lang="en-IN"/>
          </a:p>
        </p:txBody>
      </p:sp>
    </p:spTree>
    <p:extLst>
      <p:ext uri="{BB962C8B-B14F-4D97-AF65-F5344CB8AC3E}">
        <p14:creationId xmlns:p14="http://schemas.microsoft.com/office/powerpoint/2010/main" val="275007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286F2-C48A-4463-982D-3D03EC7172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9318A56-944C-4DAC-A2F2-7F4FDCE012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1C2C50D-186C-41F8-BDA9-114BE87233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D76653-F39C-4D6A-9EF3-45D9C071C18C}"/>
              </a:ext>
            </a:extLst>
          </p:cNvPr>
          <p:cNvSpPr>
            <a:spLocks noGrp="1"/>
          </p:cNvSpPr>
          <p:nvPr>
            <p:ph type="dt" sz="half" idx="10"/>
          </p:nvPr>
        </p:nvSpPr>
        <p:spPr/>
        <p:txBody>
          <a:bodyPr/>
          <a:lstStyle/>
          <a:p>
            <a:fld id="{1B76FA96-568B-4902-B5F7-832BA51C84B1}" type="datetimeFigureOut">
              <a:rPr lang="en-IN" smtClean="0"/>
              <a:t>29-12-2025</a:t>
            </a:fld>
            <a:endParaRPr lang="en-IN"/>
          </a:p>
        </p:txBody>
      </p:sp>
      <p:sp>
        <p:nvSpPr>
          <p:cNvPr id="6" name="Footer Placeholder 5">
            <a:extLst>
              <a:ext uri="{FF2B5EF4-FFF2-40B4-BE49-F238E27FC236}">
                <a16:creationId xmlns:a16="http://schemas.microsoft.com/office/drawing/2014/main" id="{7CF929B5-322B-4749-AF46-9A441CA68F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FA56B7-215D-4B33-ACFB-613723EB94BC}"/>
              </a:ext>
            </a:extLst>
          </p:cNvPr>
          <p:cNvSpPr>
            <a:spLocks noGrp="1"/>
          </p:cNvSpPr>
          <p:nvPr>
            <p:ph type="sldNum" sz="quarter" idx="12"/>
          </p:nvPr>
        </p:nvSpPr>
        <p:spPr/>
        <p:txBody>
          <a:bodyPr/>
          <a:lstStyle/>
          <a:p>
            <a:fld id="{7AE3B2AA-38CA-468C-85DB-4DD3494E8529}" type="slidenum">
              <a:rPr lang="en-IN" smtClean="0"/>
              <a:t>‹#›</a:t>
            </a:fld>
            <a:endParaRPr lang="en-IN"/>
          </a:p>
        </p:txBody>
      </p:sp>
    </p:spTree>
    <p:extLst>
      <p:ext uri="{BB962C8B-B14F-4D97-AF65-F5344CB8AC3E}">
        <p14:creationId xmlns:p14="http://schemas.microsoft.com/office/powerpoint/2010/main" val="1741708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D1E94-8AE3-4BE7-9D6D-B58FD2D46A4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18A576-89ED-49C2-9848-482D9697DD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AC1DEE-BCA3-419C-A016-C393C7A95989}"/>
              </a:ext>
            </a:extLst>
          </p:cNvPr>
          <p:cNvSpPr>
            <a:spLocks noGrp="1"/>
          </p:cNvSpPr>
          <p:nvPr>
            <p:ph type="dt" sz="half" idx="10"/>
          </p:nvPr>
        </p:nvSpPr>
        <p:spPr/>
        <p:txBody>
          <a:bodyPr/>
          <a:lstStyle/>
          <a:p>
            <a:fld id="{1B76FA96-568B-4902-B5F7-832BA51C84B1}" type="datetimeFigureOut">
              <a:rPr lang="en-IN" smtClean="0"/>
              <a:t>29-12-2025</a:t>
            </a:fld>
            <a:endParaRPr lang="en-IN"/>
          </a:p>
        </p:txBody>
      </p:sp>
      <p:sp>
        <p:nvSpPr>
          <p:cNvPr id="5" name="Footer Placeholder 4">
            <a:extLst>
              <a:ext uri="{FF2B5EF4-FFF2-40B4-BE49-F238E27FC236}">
                <a16:creationId xmlns:a16="http://schemas.microsoft.com/office/drawing/2014/main" id="{C30F2F2D-B5B4-4C85-9EEF-1F585DBB49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AA9422-7D62-4883-BB42-84F2958FF554}"/>
              </a:ext>
            </a:extLst>
          </p:cNvPr>
          <p:cNvSpPr>
            <a:spLocks noGrp="1"/>
          </p:cNvSpPr>
          <p:nvPr>
            <p:ph type="sldNum" sz="quarter" idx="12"/>
          </p:nvPr>
        </p:nvSpPr>
        <p:spPr/>
        <p:txBody>
          <a:bodyPr/>
          <a:lstStyle/>
          <a:p>
            <a:fld id="{7AE3B2AA-38CA-468C-85DB-4DD3494E8529}" type="slidenum">
              <a:rPr lang="en-IN" smtClean="0"/>
              <a:t>‹#›</a:t>
            </a:fld>
            <a:endParaRPr lang="en-IN"/>
          </a:p>
        </p:txBody>
      </p:sp>
    </p:spTree>
    <p:extLst>
      <p:ext uri="{BB962C8B-B14F-4D97-AF65-F5344CB8AC3E}">
        <p14:creationId xmlns:p14="http://schemas.microsoft.com/office/powerpoint/2010/main" val="3824826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A7A0D5-BBAA-4A08-BF6C-BA22A7AD4E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D8817D-5A35-4192-8576-44F94A6239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04D99B-887A-4042-85D1-88FB38BCCB31}"/>
              </a:ext>
            </a:extLst>
          </p:cNvPr>
          <p:cNvSpPr>
            <a:spLocks noGrp="1"/>
          </p:cNvSpPr>
          <p:nvPr>
            <p:ph type="dt" sz="half" idx="10"/>
          </p:nvPr>
        </p:nvSpPr>
        <p:spPr/>
        <p:txBody>
          <a:bodyPr/>
          <a:lstStyle/>
          <a:p>
            <a:fld id="{1B76FA96-568B-4902-B5F7-832BA51C84B1}" type="datetimeFigureOut">
              <a:rPr lang="en-IN" smtClean="0"/>
              <a:t>29-12-2025</a:t>
            </a:fld>
            <a:endParaRPr lang="en-IN"/>
          </a:p>
        </p:txBody>
      </p:sp>
      <p:sp>
        <p:nvSpPr>
          <p:cNvPr id="5" name="Footer Placeholder 4">
            <a:extLst>
              <a:ext uri="{FF2B5EF4-FFF2-40B4-BE49-F238E27FC236}">
                <a16:creationId xmlns:a16="http://schemas.microsoft.com/office/drawing/2014/main" id="{E2B07357-9CF1-402D-876C-B22C4F65C9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B7B8E6-A509-43A0-ACCB-A8A3074C130C}"/>
              </a:ext>
            </a:extLst>
          </p:cNvPr>
          <p:cNvSpPr>
            <a:spLocks noGrp="1"/>
          </p:cNvSpPr>
          <p:nvPr>
            <p:ph type="sldNum" sz="quarter" idx="12"/>
          </p:nvPr>
        </p:nvSpPr>
        <p:spPr/>
        <p:txBody>
          <a:bodyPr/>
          <a:lstStyle/>
          <a:p>
            <a:fld id="{7AE3B2AA-38CA-468C-85DB-4DD3494E8529}" type="slidenum">
              <a:rPr lang="en-IN" smtClean="0"/>
              <a:t>‹#›</a:t>
            </a:fld>
            <a:endParaRPr lang="en-IN"/>
          </a:p>
        </p:txBody>
      </p:sp>
    </p:spTree>
    <p:extLst>
      <p:ext uri="{BB962C8B-B14F-4D97-AF65-F5344CB8AC3E}">
        <p14:creationId xmlns:p14="http://schemas.microsoft.com/office/powerpoint/2010/main" val="595932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belajartradingonlinelegal.blogspot.com/"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extLst>
              <a:ext uri="{837473B0-CC2E-450A-ABE3-18F120FF3D39}">
                <a1611:picAttrSrcUrl xmlns:a1611="http://schemas.microsoft.com/office/drawing/2016/11/main" r:id="rId14"/>
              </a:ext>
            </a:extLst>
          </a:blip>
          <a:srcRect/>
          <a:stretch>
            <a:fillRect t="-8000" b="-8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D943BD9-205D-429E-98F9-7E66E4743232}"/>
              </a:ext>
            </a:extLst>
          </p:cNvPr>
          <p:cNvSpPr/>
          <p:nvPr userDrawn="1"/>
        </p:nvSpPr>
        <p:spPr>
          <a:xfrm>
            <a:off x="0" y="0"/>
            <a:ext cx="12192000" cy="6858000"/>
          </a:xfrm>
          <a:prstGeom prst="rect">
            <a:avLst/>
          </a:prstGeom>
          <a:solidFill>
            <a:srgbClr val="FCFFDD">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Placeholder 1">
            <a:extLst>
              <a:ext uri="{FF2B5EF4-FFF2-40B4-BE49-F238E27FC236}">
                <a16:creationId xmlns:a16="http://schemas.microsoft.com/office/drawing/2014/main" id="{A4C12D5C-3C28-41C9-B807-F50021B536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EB9A4EE9-23F7-4348-9E27-6F076564F0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3FC200-8578-47C9-AB2B-0292632388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76FA96-568B-4902-B5F7-832BA51C84B1}" type="datetimeFigureOut">
              <a:rPr lang="en-IN" smtClean="0"/>
              <a:t>29-12-2025</a:t>
            </a:fld>
            <a:endParaRPr lang="en-IN"/>
          </a:p>
        </p:txBody>
      </p:sp>
      <p:sp>
        <p:nvSpPr>
          <p:cNvPr id="5" name="Footer Placeholder 4">
            <a:extLst>
              <a:ext uri="{FF2B5EF4-FFF2-40B4-BE49-F238E27FC236}">
                <a16:creationId xmlns:a16="http://schemas.microsoft.com/office/drawing/2014/main" id="{4F3A08AB-80FF-41FB-85C1-03CF67EEB5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A2AB3E6-E0AD-4EC0-9321-B7630FE933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E3B2AA-38CA-468C-85DB-4DD3494E8529}" type="slidenum">
              <a:rPr lang="en-IN" smtClean="0"/>
              <a:t>‹#›</a:t>
            </a:fld>
            <a:endParaRPr lang="en-IN"/>
          </a:p>
        </p:txBody>
      </p:sp>
    </p:spTree>
    <p:extLst>
      <p:ext uri="{BB962C8B-B14F-4D97-AF65-F5344CB8AC3E}">
        <p14:creationId xmlns:p14="http://schemas.microsoft.com/office/powerpoint/2010/main" val="2328783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capitalflowindia.in/unlock-your-trading-potential-choosing-the-right-trading-app-in-india/" TargetMode="External"/><Relationship Id="rId2" Type="http://schemas.openxmlformats.org/officeDocument/2006/relationships/image" Target="../media/image37.jpg"/><Relationship Id="rId1" Type="http://schemas.openxmlformats.org/officeDocument/2006/relationships/slideLayout" Target="../slideLayouts/slideLayout7.xml"/><Relationship Id="rId5" Type="http://schemas.openxmlformats.org/officeDocument/2006/relationships/hyperlink" Target="https://stocktoday.in/unlock-the-power-of-bse-choosing-the-right-trading-app/" TargetMode="External"/><Relationship Id="rId4" Type="http://schemas.openxmlformats.org/officeDocument/2006/relationships/image" Target="../media/image3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A3822D92-CE95-4F9A-BEC5-511D21DEC8E1}"/>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9654" r="23392"/>
          <a:stretch/>
        </p:blipFill>
        <p:spPr>
          <a:xfrm flipV="1">
            <a:off x="0" y="0"/>
            <a:ext cx="2868613" cy="2387600"/>
          </a:xfrm>
        </p:spPr>
      </p:pic>
      <p:sp>
        <p:nvSpPr>
          <p:cNvPr id="4" name="Title 3">
            <a:extLst>
              <a:ext uri="{FF2B5EF4-FFF2-40B4-BE49-F238E27FC236}">
                <a16:creationId xmlns:a16="http://schemas.microsoft.com/office/drawing/2014/main" id="{2BE3BD89-B9D1-4F43-B1A4-7FB500595594}"/>
              </a:ext>
            </a:extLst>
          </p:cNvPr>
          <p:cNvSpPr>
            <a:spLocks noGrp="1"/>
          </p:cNvSpPr>
          <p:nvPr>
            <p:ph type="ctrTitle"/>
          </p:nvPr>
        </p:nvSpPr>
        <p:spPr>
          <a:xfrm>
            <a:off x="1524000" y="715963"/>
            <a:ext cx="9144000" cy="2387600"/>
          </a:xfrm>
        </p:spPr>
        <p:txBody>
          <a:bodyPr>
            <a:normAutofit fontScale="90000"/>
          </a:bodyPr>
          <a:lstStyle/>
          <a:p>
            <a:r>
              <a:rPr lang="en-US" dirty="0"/>
              <a:t>Comparative Study of </a:t>
            </a:r>
            <a:br>
              <a:rPr lang="en-US" dirty="0"/>
            </a:br>
            <a:r>
              <a:rPr lang="en-US" dirty="0"/>
              <a:t>Statistical and Deep Learning </a:t>
            </a:r>
            <a:br>
              <a:rPr lang="en-US" dirty="0"/>
            </a:br>
            <a:r>
              <a:rPr lang="en-US" dirty="0"/>
              <a:t>Model for Stock Price Prediction. </a:t>
            </a:r>
            <a:endParaRPr lang="en-IN" dirty="0"/>
          </a:p>
        </p:txBody>
      </p:sp>
      <p:sp>
        <p:nvSpPr>
          <p:cNvPr id="5" name="Subtitle 4">
            <a:extLst>
              <a:ext uri="{FF2B5EF4-FFF2-40B4-BE49-F238E27FC236}">
                <a16:creationId xmlns:a16="http://schemas.microsoft.com/office/drawing/2014/main" id="{2122D2F7-A71F-42AC-83E3-4A74483C4119}"/>
              </a:ext>
            </a:extLst>
          </p:cNvPr>
          <p:cNvSpPr>
            <a:spLocks noGrp="1"/>
          </p:cNvSpPr>
          <p:nvPr>
            <p:ph type="subTitle" idx="1"/>
          </p:nvPr>
        </p:nvSpPr>
        <p:spPr>
          <a:xfrm>
            <a:off x="1524000" y="3602038"/>
            <a:ext cx="9144000" cy="1655762"/>
          </a:xfrm>
        </p:spPr>
        <p:txBody>
          <a:bodyPr/>
          <a:lstStyle/>
          <a:p>
            <a:r>
              <a:rPr lang="en-US" dirty="0"/>
              <a:t>Submitted by: Sanford Rodrigues (20033869)</a:t>
            </a:r>
          </a:p>
          <a:p>
            <a:r>
              <a:rPr lang="en-US" dirty="0"/>
              <a:t>Supervised by: Anesu Nyabadza</a:t>
            </a:r>
            <a:endParaRPr lang="en-IN" dirty="0"/>
          </a:p>
        </p:txBody>
      </p:sp>
    </p:spTree>
    <p:extLst>
      <p:ext uri="{BB962C8B-B14F-4D97-AF65-F5344CB8AC3E}">
        <p14:creationId xmlns:p14="http://schemas.microsoft.com/office/powerpoint/2010/main" val="98389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ED6A1F-3AB7-4126-B8E3-BF2782C9BA11}"/>
              </a:ext>
            </a:extLst>
          </p:cNvPr>
          <p:cNvSpPr/>
          <p:nvPr/>
        </p:nvSpPr>
        <p:spPr>
          <a:xfrm>
            <a:off x="367863" y="157655"/>
            <a:ext cx="11456274" cy="10930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3600" dirty="0">
                <a:solidFill>
                  <a:schemeClr val="tx1"/>
                </a:solidFill>
              </a:rPr>
              <a:t>Research background</a:t>
            </a:r>
            <a:endParaRPr lang="en-IN" sz="3600" dirty="0">
              <a:solidFill>
                <a:schemeClr val="tx1"/>
              </a:solidFill>
            </a:endParaRPr>
          </a:p>
        </p:txBody>
      </p:sp>
      <p:sp>
        <p:nvSpPr>
          <p:cNvPr id="5" name="Rectangle 4">
            <a:extLst>
              <a:ext uri="{FF2B5EF4-FFF2-40B4-BE49-F238E27FC236}">
                <a16:creationId xmlns:a16="http://schemas.microsoft.com/office/drawing/2014/main" id="{54F5AFB7-2DE1-4FA2-86FC-3749B0D17A48}"/>
              </a:ext>
            </a:extLst>
          </p:cNvPr>
          <p:cNvSpPr/>
          <p:nvPr/>
        </p:nvSpPr>
        <p:spPr>
          <a:xfrm>
            <a:off x="367863" y="1324302"/>
            <a:ext cx="5969875" cy="19654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r>
              <a:rPr lang="en-US" dirty="0">
                <a:solidFill>
                  <a:schemeClr val="tx1"/>
                </a:solidFill>
              </a:rPr>
              <a:t>Stock price prediction is one of the most challenging time-series forecasting tasks, with market prices influenced by a complex web of political, economic, and social factors. This research confronts this challenge head-on, focusing on the FTSE 100, the UK's premier stock market index.</a:t>
            </a:r>
            <a:endParaRPr lang="en-IN" dirty="0">
              <a:solidFill>
                <a:schemeClr val="tx1"/>
              </a:solidFill>
            </a:endParaRPr>
          </a:p>
        </p:txBody>
      </p:sp>
      <p:sp>
        <p:nvSpPr>
          <p:cNvPr id="6" name="Rectangle 5">
            <a:extLst>
              <a:ext uri="{FF2B5EF4-FFF2-40B4-BE49-F238E27FC236}">
                <a16:creationId xmlns:a16="http://schemas.microsoft.com/office/drawing/2014/main" id="{0BAB4A30-BA08-47D9-8EBD-4A7F5DBDBE70}"/>
              </a:ext>
            </a:extLst>
          </p:cNvPr>
          <p:cNvSpPr/>
          <p:nvPr/>
        </p:nvSpPr>
        <p:spPr>
          <a:xfrm>
            <a:off x="367863" y="4319752"/>
            <a:ext cx="11457432" cy="22702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r>
              <a:rPr lang="en-US" dirty="0">
                <a:solidFill>
                  <a:schemeClr val="tx1"/>
                </a:solidFill>
              </a:rPr>
              <a:t>In spite of London stock exchange FTSE 100 index’s crucial role in global financial market, there </a:t>
            </a:r>
          </a:p>
          <a:p>
            <a:r>
              <a:rPr lang="en-US" dirty="0">
                <a:solidFill>
                  <a:schemeClr val="tx1"/>
                </a:solidFill>
              </a:rPr>
              <a:t>has been a significant gap in current research for the use of machine learning techniques and </a:t>
            </a:r>
          </a:p>
          <a:p>
            <a:r>
              <a:rPr lang="en-US" dirty="0">
                <a:solidFill>
                  <a:schemeClr val="tx1"/>
                </a:solidFill>
              </a:rPr>
              <a:t>specifically comparison of traditional statistical models ARIMA and SARIMA and advance deep </a:t>
            </a:r>
          </a:p>
          <a:p>
            <a:r>
              <a:rPr lang="en-US" dirty="0">
                <a:solidFill>
                  <a:schemeClr val="tx1"/>
                </a:solidFill>
              </a:rPr>
              <a:t>learning model LSTM. This causes or hampers analysts, investors and other stakeholders from </a:t>
            </a:r>
          </a:p>
          <a:p>
            <a:r>
              <a:rPr lang="en-US" dirty="0">
                <a:solidFill>
                  <a:schemeClr val="tx1"/>
                </a:solidFill>
              </a:rPr>
              <a:t>utilizing more efficient methods to forecast and comprehend market changes. This study will </a:t>
            </a:r>
          </a:p>
          <a:p>
            <a:r>
              <a:rPr lang="en-US" dirty="0">
                <a:solidFill>
                  <a:schemeClr val="tx1"/>
                </a:solidFill>
              </a:rPr>
              <a:t>compare the performances of ARIMA, SARIMA, LSTM and hybrid ARIMA-LSTM models in </a:t>
            </a:r>
          </a:p>
          <a:p>
            <a:r>
              <a:rPr lang="en-US" dirty="0">
                <a:solidFill>
                  <a:schemeClr val="tx1"/>
                </a:solidFill>
              </a:rPr>
              <a:t>forecasting on FTSE 100 index to address the gap of previous studies. The finding and results will </a:t>
            </a:r>
          </a:p>
          <a:p>
            <a:r>
              <a:rPr lang="en-US" dirty="0">
                <a:solidFill>
                  <a:schemeClr val="tx1"/>
                </a:solidFill>
              </a:rPr>
              <a:t>help improve stock price prediction techniques and provide insight for decision making. </a:t>
            </a:r>
            <a:endParaRPr lang="en-IN" dirty="0">
              <a:solidFill>
                <a:schemeClr val="tx1"/>
              </a:solidFill>
            </a:endParaRPr>
          </a:p>
        </p:txBody>
      </p:sp>
      <p:pic>
        <p:nvPicPr>
          <p:cNvPr id="2050" name="Picture 2">
            <a:extLst>
              <a:ext uri="{FF2B5EF4-FFF2-40B4-BE49-F238E27FC236}">
                <a16:creationId xmlns:a16="http://schemas.microsoft.com/office/drawing/2014/main" id="{53C633C2-41DE-4065-BBF1-4EA1C3A2E4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8153" y="551793"/>
            <a:ext cx="3741682" cy="374168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Single Corner Rounded 6">
            <a:extLst>
              <a:ext uri="{FF2B5EF4-FFF2-40B4-BE49-F238E27FC236}">
                <a16:creationId xmlns:a16="http://schemas.microsoft.com/office/drawing/2014/main" id="{31B6F733-8C00-45BE-A3F2-670F0E5E4CBC}"/>
              </a:ext>
            </a:extLst>
          </p:cNvPr>
          <p:cNvSpPr/>
          <p:nvPr/>
        </p:nvSpPr>
        <p:spPr>
          <a:xfrm>
            <a:off x="346841" y="3641257"/>
            <a:ext cx="3184635" cy="536028"/>
          </a:xfrm>
          <a:prstGeom prst="round1Rect">
            <a:avLst>
              <a:gd name="adj" fmla="val 50000"/>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IN" sz="2000">
                <a:solidFill>
                  <a:schemeClr val="tx1"/>
                </a:solidFill>
              </a:rPr>
              <a:t>Problem Statement</a:t>
            </a:r>
            <a:endParaRPr lang="en-IN" sz="2000" dirty="0">
              <a:solidFill>
                <a:schemeClr val="tx1"/>
              </a:solidFill>
            </a:endParaRPr>
          </a:p>
        </p:txBody>
      </p:sp>
      <p:cxnSp>
        <p:nvCxnSpPr>
          <p:cNvPr id="9" name="Straight Connector 8">
            <a:extLst>
              <a:ext uri="{FF2B5EF4-FFF2-40B4-BE49-F238E27FC236}">
                <a16:creationId xmlns:a16="http://schemas.microsoft.com/office/drawing/2014/main" id="{888E9369-BD90-4C3D-81F3-03D8765E9CC3}"/>
              </a:ext>
            </a:extLst>
          </p:cNvPr>
          <p:cNvCxnSpPr/>
          <p:nvPr/>
        </p:nvCxnSpPr>
        <p:spPr>
          <a:xfrm>
            <a:off x="346841" y="4267496"/>
            <a:ext cx="11457432" cy="0"/>
          </a:xfrm>
          <a:prstGeom prst="line">
            <a:avLst/>
          </a:prstGeom>
          <a:ln w="19050">
            <a:solidFill>
              <a:schemeClr val="tx1"/>
            </a:solidFill>
            <a:prstDash val="sysDot"/>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1435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ED6A1F-3AB7-4126-B8E3-BF2782C9BA11}"/>
              </a:ext>
            </a:extLst>
          </p:cNvPr>
          <p:cNvSpPr/>
          <p:nvPr/>
        </p:nvSpPr>
        <p:spPr>
          <a:xfrm>
            <a:off x="367863" y="60728"/>
            <a:ext cx="11456274" cy="10930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3600" dirty="0">
                <a:solidFill>
                  <a:schemeClr val="tx1"/>
                </a:solidFill>
              </a:rPr>
              <a:t>Aims and objectives</a:t>
            </a:r>
            <a:endParaRPr lang="en-IN" sz="3600" dirty="0">
              <a:solidFill>
                <a:schemeClr val="tx1"/>
              </a:solidFill>
            </a:endParaRPr>
          </a:p>
        </p:txBody>
      </p:sp>
      <p:sp>
        <p:nvSpPr>
          <p:cNvPr id="5" name="Rectangle 4">
            <a:extLst>
              <a:ext uri="{FF2B5EF4-FFF2-40B4-BE49-F238E27FC236}">
                <a16:creationId xmlns:a16="http://schemas.microsoft.com/office/drawing/2014/main" id="{54F5AFB7-2DE1-4FA2-86FC-3749B0D17A48}"/>
              </a:ext>
            </a:extLst>
          </p:cNvPr>
          <p:cNvSpPr/>
          <p:nvPr/>
        </p:nvSpPr>
        <p:spPr>
          <a:xfrm>
            <a:off x="367862" y="1532175"/>
            <a:ext cx="11457432" cy="9459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lgn="ctr"/>
            <a:r>
              <a:rPr lang="en-US" sz="2000" dirty="0">
                <a:solidFill>
                  <a:schemeClr val="tx1"/>
                </a:solidFill>
              </a:rPr>
              <a:t>This study aims to implement and rigorously compare statistical and deep learning </a:t>
            </a:r>
            <a:br>
              <a:rPr lang="en-US" sz="2000" dirty="0">
                <a:solidFill>
                  <a:schemeClr val="tx1"/>
                </a:solidFill>
              </a:rPr>
            </a:br>
            <a:r>
              <a:rPr lang="en-US" sz="2000" dirty="0">
                <a:solidFill>
                  <a:schemeClr val="tx1"/>
                </a:solidFill>
              </a:rPr>
              <a:t>models to predict the stock price for the FTSE 100, ultimately identifying the optimal </a:t>
            </a:r>
            <a:br>
              <a:rPr lang="en-US" sz="2000" dirty="0">
                <a:solidFill>
                  <a:schemeClr val="tx1"/>
                </a:solidFill>
              </a:rPr>
            </a:br>
            <a:r>
              <a:rPr lang="en-US" sz="2000" dirty="0">
                <a:solidFill>
                  <a:schemeClr val="tx1"/>
                </a:solidFill>
              </a:rPr>
              <a:t>and best fitted model for the task</a:t>
            </a:r>
            <a:endParaRPr lang="en-IN" sz="2000" dirty="0">
              <a:solidFill>
                <a:schemeClr val="tx1"/>
              </a:solidFill>
            </a:endParaRPr>
          </a:p>
        </p:txBody>
      </p:sp>
      <p:cxnSp>
        <p:nvCxnSpPr>
          <p:cNvPr id="10" name="Straight Connector 9">
            <a:extLst>
              <a:ext uri="{FF2B5EF4-FFF2-40B4-BE49-F238E27FC236}">
                <a16:creationId xmlns:a16="http://schemas.microsoft.com/office/drawing/2014/main" id="{A590F48A-24A0-49B7-A7B7-882AD76E9C6F}"/>
              </a:ext>
            </a:extLst>
          </p:cNvPr>
          <p:cNvCxnSpPr>
            <a:cxnSpLocks/>
          </p:cNvCxnSpPr>
          <p:nvPr/>
        </p:nvCxnSpPr>
        <p:spPr>
          <a:xfrm>
            <a:off x="9092763" y="3289726"/>
            <a:ext cx="0" cy="2839549"/>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0DF255C-2EFB-4C2D-951B-4105841F3E34}"/>
              </a:ext>
            </a:extLst>
          </p:cNvPr>
          <p:cNvCxnSpPr>
            <a:cxnSpLocks/>
          </p:cNvCxnSpPr>
          <p:nvPr/>
        </p:nvCxnSpPr>
        <p:spPr>
          <a:xfrm>
            <a:off x="6096579" y="3289726"/>
            <a:ext cx="0" cy="2839549"/>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1BD208F-F77A-438F-B4F1-7F634414AA80}"/>
              </a:ext>
            </a:extLst>
          </p:cNvPr>
          <p:cNvCxnSpPr>
            <a:cxnSpLocks/>
          </p:cNvCxnSpPr>
          <p:nvPr/>
        </p:nvCxnSpPr>
        <p:spPr>
          <a:xfrm>
            <a:off x="3100395" y="3289726"/>
            <a:ext cx="0" cy="2839549"/>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0BAB4A30-BA08-47D9-8EBD-4A7F5DBDBE70}"/>
              </a:ext>
            </a:extLst>
          </p:cNvPr>
          <p:cNvSpPr/>
          <p:nvPr/>
        </p:nvSpPr>
        <p:spPr>
          <a:xfrm>
            <a:off x="367863" y="4626291"/>
            <a:ext cx="2468880" cy="172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lgn="ctr"/>
            <a:r>
              <a:rPr lang="en-US" dirty="0">
                <a:solidFill>
                  <a:schemeClr val="tx1"/>
                </a:solidFill>
              </a:rPr>
              <a:t>Analyze the trends and performance of FTSE 100 historically using both univariate and multivariate data. </a:t>
            </a:r>
            <a:endParaRPr lang="en-IN" dirty="0">
              <a:solidFill>
                <a:schemeClr val="tx1"/>
              </a:solidFill>
            </a:endParaRPr>
          </a:p>
        </p:txBody>
      </p:sp>
      <p:pic>
        <p:nvPicPr>
          <p:cNvPr id="3074" name="Picture 2">
            <a:extLst>
              <a:ext uri="{FF2B5EF4-FFF2-40B4-BE49-F238E27FC236}">
                <a16:creationId xmlns:a16="http://schemas.microsoft.com/office/drawing/2014/main" id="{DBE87A93-7F32-46CC-B58E-36A44EC599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437" y="3066673"/>
            <a:ext cx="1371600" cy="137160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13BE0129-0BD9-4D8F-BD94-98D86ED5F2F8}"/>
              </a:ext>
            </a:extLst>
          </p:cNvPr>
          <p:cNvSpPr/>
          <p:nvPr/>
        </p:nvSpPr>
        <p:spPr>
          <a:xfrm>
            <a:off x="3364047" y="4643225"/>
            <a:ext cx="2468880" cy="172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lgn="ctr"/>
            <a:r>
              <a:rPr lang="en-US" dirty="0">
                <a:solidFill>
                  <a:schemeClr val="tx1"/>
                </a:solidFill>
              </a:rPr>
              <a:t>Build and train ARIMA, SARIMA, LSTM and hybrid ARIMA-LSTM model to predict </a:t>
            </a:r>
          </a:p>
          <a:p>
            <a:pPr algn="ctr"/>
            <a:r>
              <a:rPr lang="en-US" dirty="0">
                <a:solidFill>
                  <a:schemeClr val="tx1"/>
                </a:solidFill>
              </a:rPr>
              <a:t>stock price. </a:t>
            </a:r>
            <a:endParaRPr lang="en-IN" dirty="0">
              <a:solidFill>
                <a:schemeClr val="tx1"/>
              </a:solidFill>
            </a:endParaRPr>
          </a:p>
        </p:txBody>
      </p:sp>
      <p:pic>
        <p:nvPicPr>
          <p:cNvPr id="3076" name="Picture 4">
            <a:extLst>
              <a:ext uri="{FF2B5EF4-FFF2-40B4-BE49-F238E27FC236}">
                <a16:creationId xmlns:a16="http://schemas.microsoft.com/office/drawing/2014/main" id="{8E6ABB50-CCE9-4C5F-B094-49C9985958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9620" y="3049739"/>
            <a:ext cx="1371600" cy="1371600"/>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CB6F0FF7-1C63-4B0B-A932-891BED4424E7}"/>
              </a:ext>
            </a:extLst>
          </p:cNvPr>
          <p:cNvSpPr/>
          <p:nvPr/>
        </p:nvSpPr>
        <p:spPr>
          <a:xfrm>
            <a:off x="6360231" y="4643225"/>
            <a:ext cx="2468880" cy="172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lgn="ctr"/>
            <a:r>
              <a:rPr lang="en-US" dirty="0">
                <a:solidFill>
                  <a:schemeClr val="tx1"/>
                </a:solidFill>
              </a:rPr>
              <a:t>Compare the performance of these models to determine the best model fitted.</a:t>
            </a:r>
            <a:endParaRPr lang="en-IN" dirty="0">
              <a:solidFill>
                <a:schemeClr val="tx1"/>
              </a:solidFill>
            </a:endParaRPr>
          </a:p>
        </p:txBody>
      </p:sp>
      <p:pic>
        <p:nvPicPr>
          <p:cNvPr id="3078" name="Picture 6">
            <a:extLst>
              <a:ext uri="{FF2B5EF4-FFF2-40B4-BE49-F238E27FC236}">
                <a16:creationId xmlns:a16="http://schemas.microsoft.com/office/drawing/2014/main" id="{4E58D190-0280-4376-A9B1-A83B2DC918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91937" y="3049739"/>
            <a:ext cx="1371600" cy="1371600"/>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83F17EAC-CEB0-4EF8-B5EF-DA4D6B8F9009}"/>
              </a:ext>
            </a:extLst>
          </p:cNvPr>
          <p:cNvSpPr/>
          <p:nvPr/>
        </p:nvSpPr>
        <p:spPr>
          <a:xfrm>
            <a:off x="9356414" y="4643225"/>
            <a:ext cx="2468880" cy="172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lgn="ctr"/>
            <a:r>
              <a:rPr lang="en-US" dirty="0">
                <a:solidFill>
                  <a:schemeClr val="tx1"/>
                </a:solidFill>
              </a:rPr>
              <a:t> Implement visualization for ease of understanding the results and outcomes. </a:t>
            </a:r>
            <a:endParaRPr lang="en-IN" dirty="0">
              <a:solidFill>
                <a:schemeClr val="tx1"/>
              </a:solidFill>
            </a:endParaRPr>
          </a:p>
        </p:txBody>
      </p:sp>
      <p:pic>
        <p:nvPicPr>
          <p:cNvPr id="3080" name="Picture 8">
            <a:extLst>
              <a:ext uri="{FF2B5EF4-FFF2-40B4-BE49-F238E27FC236}">
                <a16:creationId xmlns:a16="http://schemas.microsoft.com/office/drawing/2014/main" id="{EC52CBEB-3A17-4314-BC86-A277D07952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88120" y="3049739"/>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0674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ED6A1F-3AB7-4126-B8E3-BF2782C9BA11}"/>
              </a:ext>
            </a:extLst>
          </p:cNvPr>
          <p:cNvSpPr/>
          <p:nvPr/>
        </p:nvSpPr>
        <p:spPr>
          <a:xfrm>
            <a:off x="367863" y="60728"/>
            <a:ext cx="11456274" cy="10930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3600" dirty="0">
                <a:solidFill>
                  <a:schemeClr val="tx1"/>
                </a:solidFill>
              </a:rPr>
              <a:t>Identifying gaps in past studies </a:t>
            </a:r>
            <a:endParaRPr lang="en-IN" sz="3600" dirty="0">
              <a:solidFill>
                <a:schemeClr val="tx1"/>
              </a:solidFill>
            </a:endParaRPr>
          </a:p>
        </p:txBody>
      </p:sp>
      <p:sp>
        <p:nvSpPr>
          <p:cNvPr id="5" name="Rectangle 4">
            <a:extLst>
              <a:ext uri="{FF2B5EF4-FFF2-40B4-BE49-F238E27FC236}">
                <a16:creationId xmlns:a16="http://schemas.microsoft.com/office/drawing/2014/main" id="{54F5AFB7-2DE1-4FA2-86FC-3749B0D17A48}"/>
              </a:ext>
            </a:extLst>
          </p:cNvPr>
          <p:cNvSpPr/>
          <p:nvPr/>
        </p:nvSpPr>
        <p:spPr>
          <a:xfrm>
            <a:off x="367862" y="2089225"/>
            <a:ext cx="5486400" cy="25037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600"/>
              </a:spcAft>
            </a:pPr>
            <a:r>
              <a:rPr lang="en-US" dirty="0">
                <a:solidFill>
                  <a:schemeClr val="tx1"/>
                </a:solidFill>
              </a:rPr>
              <a:t>Showcases best performance and lesser error for short term  forecast and in stable non-linear market conditions.</a:t>
            </a:r>
          </a:p>
          <a:p>
            <a:pPr>
              <a:spcAft>
                <a:spcPts val="600"/>
              </a:spcAft>
            </a:pPr>
            <a:r>
              <a:rPr lang="en-US" dirty="0">
                <a:solidFill>
                  <a:schemeClr val="tx1"/>
                </a:solidFill>
              </a:rPr>
              <a:t>Failed to capture market changes, high volatility and non-linear patterns.</a:t>
            </a:r>
          </a:p>
          <a:p>
            <a:pPr>
              <a:spcAft>
                <a:spcPts val="600"/>
              </a:spcAft>
            </a:pPr>
            <a:r>
              <a:rPr lang="en-US" dirty="0">
                <a:solidFill>
                  <a:schemeClr val="tx1"/>
                </a:solidFill>
              </a:rPr>
              <a:t>SARIMA performs better than ARIMA by modelling seasonality, but still shares ARIMA’s limitations.</a:t>
            </a:r>
          </a:p>
        </p:txBody>
      </p:sp>
      <p:sp>
        <p:nvSpPr>
          <p:cNvPr id="15" name="Rectangle 14">
            <a:extLst>
              <a:ext uri="{FF2B5EF4-FFF2-40B4-BE49-F238E27FC236}">
                <a16:creationId xmlns:a16="http://schemas.microsoft.com/office/drawing/2014/main" id="{06FE6075-B4C7-480F-8C82-624F43496767}"/>
              </a:ext>
            </a:extLst>
          </p:cNvPr>
          <p:cNvSpPr/>
          <p:nvPr/>
        </p:nvSpPr>
        <p:spPr>
          <a:xfrm>
            <a:off x="6337737" y="2089225"/>
            <a:ext cx="5486400" cy="25037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600"/>
              </a:spcAft>
            </a:pPr>
            <a:r>
              <a:rPr lang="en-US" dirty="0">
                <a:solidFill>
                  <a:schemeClr val="tx1"/>
                </a:solidFill>
              </a:rPr>
              <a:t>Outperforms other models due to its ability to capture non-linear patterns and long term dependencies.</a:t>
            </a:r>
          </a:p>
          <a:p>
            <a:pPr>
              <a:spcAft>
                <a:spcPts val="600"/>
              </a:spcAft>
            </a:pPr>
            <a:r>
              <a:rPr lang="en-IN" dirty="0">
                <a:solidFill>
                  <a:schemeClr val="tx1"/>
                </a:solidFill>
              </a:rPr>
              <a:t>Better performance with Principal Component Analysis, which reduces data dimensionality and noise.</a:t>
            </a:r>
            <a:endParaRPr lang="en-US" dirty="0">
              <a:solidFill>
                <a:schemeClr val="tx1"/>
              </a:solidFill>
            </a:endParaRPr>
          </a:p>
        </p:txBody>
      </p:sp>
      <p:sp>
        <p:nvSpPr>
          <p:cNvPr id="17" name="Rectangle 16">
            <a:extLst>
              <a:ext uri="{FF2B5EF4-FFF2-40B4-BE49-F238E27FC236}">
                <a16:creationId xmlns:a16="http://schemas.microsoft.com/office/drawing/2014/main" id="{7FCF39D4-8AF7-4327-B18D-C59B9C02C4D1}"/>
              </a:ext>
            </a:extLst>
          </p:cNvPr>
          <p:cNvSpPr/>
          <p:nvPr/>
        </p:nvSpPr>
        <p:spPr>
          <a:xfrm>
            <a:off x="367862" y="1321971"/>
            <a:ext cx="5486400" cy="653978"/>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sz="2000" dirty="0">
                <a:solidFill>
                  <a:schemeClr val="tx1"/>
                </a:solidFill>
              </a:rPr>
              <a:t>Statistical models (ARIMA/SARIMA)</a:t>
            </a:r>
            <a:endParaRPr lang="en-IN" sz="2000" dirty="0">
              <a:solidFill>
                <a:schemeClr val="tx1"/>
              </a:solidFill>
            </a:endParaRPr>
          </a:p>
        </p:txBody>
      </p:sp>
      <p:sp>
        <p:nvSpPr>
          <p:cNvPr id="18" name="Rectangle 17">
            <a:extLst>
              <a:ext uri="{FF2B5EF4-FFF2-40B4-BE49-F238E27FC236}">
                <a16:creationId xmlns:a16="http://schemas.microsoft.com/office/drawing/2014/main" id="{A7CDCCA0-84A1-4542-A78C-74F240555A00}"/>
              </a:ext>
            </a:extLst>
          </p:cNvPr>
          <p:cNvSpPr/>
          <p:nvPr/>
        </p:nvSpPr>
        <p:spPr>
          <a:xfrm>
            <a:off x="6337737" y="1321971"/>
            <a:ext cx="5486400" cy="653978"/>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sz="2000" dirty="0">
                <a:solidFill>
                  <a:schemeClr val="tx1"/>
                </a:solidFill>
              </a:rPr>
              <a:t>Deep learning model (LSTM)</a:t>
            </a:r>
            <a:endParaRPr lang="en-IN" sz="2000" dirty="0">
              <a:solidFill>
                <a:schemeClr val="tx1"/>
              </a:solidFill>
            </a:endParaRPr>
          </a:p>
        </p:txBody>
      </p:sp>
      <p:sp>
        <p:nvSpPr>
          <p:cNvPr id="7" name="Rectangle 6">
            <a:extLst>
              <a:ext uri="{FF2B5EF4-FFF2-40B4-BE49-F238E27FC236}">
                <a16:creationId xmlns:a16="http://schemas.microsoft.com/office/drawing/2014/main" id="{93FF3073-B614-4FFF-AB3E-4CA453054076}"/>
              </a:ext>
            </a:extLst>
          </p:cNvPr>
          <p:cNvSpPr/>
          <p:nvPr/>
        </p:nvSpPr>
        <p:spPr>
          <a:xfrm>
            <a:off x="0" y="4706298"/>
            <a:ext cx="12192000" cy="1883688"/>
          </a:xfrm>
          <a:prstGeom prst="rect">
            <a:avLst/>
          </a:prstGeom>
          <a:solidFill>
            <a:srgbClr val="FAFA5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600"/>
              </a:spcAft>
            </a:pPr>
            <a:endParaRPr lang="en-US" dirty="0">
              <a:solidFill>
                <a:schemeClr val="tx1"/>
              </a:solidFill>
            </a:endParaRPr>
          </a:p>
        </p:txBody>
      </p:sp>
      <p:sp>
        <p:nvSpPr>
          <p:cNvPr id="8" name="Rectangle 7">
            <a:extLst>
              <a:ext uri="{FF2B5EF4-FFF2-40B4-BE49-F238E27FC236}">
                <a16:creationId xmlns:a16="http://schemas.microsoft.com/office/drawing/2014/main" id="{2FFC82CC-DE4D-49B3-B021-6A7CFB5E479F}"/>
              </a:ext>
            </a:extLst>
          </p:cNvPr>
          <p:cNvSpPr/>
          <p:nvPr/>
        </p:nvSpPr>
        <p:spPr>
          <a:xfrm>
            <a:off x="367862" y="5252830"/>
            <a:ext cx="11457432" cy="1232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r>
              <a:rPr lang="en-US" dirty="0">
                <a:solidFill>
                  <a:schemeClr val="tx1"/>
                </a:solidFill>
              </a:rPr>
              <a:t>Very few studies provided a </a:t>
            </a:r>
            <a:r>
              <a:rPr lang="en-US" b="1" dirty="0">
                <a:solidFill>
                  <a:schemeClr val="tx1"/>
                </a:solidFill>
              </a:rPr>
              <a:t>direct comparison </a:t>
            </a:r>
            <a:r>
              <a:rPr lang="en-US" dirty="0">
                <a:solidFill>
                  <a:schemeClr val="tx1"/>
                </a:solidFill>
              </a:rPr>
              <a:t>of ARIMA/SARIMA with univariate data and LSTM with multivariate data</a:t>
            </a:r>
          </a:p>
          <a:p>
            <a:endParaRPr lang="en-US" dirty="0">
              <a:solidFill>
                <a:schemeClr val="tx1"/>
              </a:solidFill>
            </a:endParaRPr>
          </a:p>
          <a:p>
            <a:r>
              <a:rPr lang="en-US" b="1" dirty="0">
                <a:solidFill>
                  <a:schemeClr val="tx1"/>
                </a:solidFill>
              </a:rPr>
              <a:t>Limited research</a:t>
            </a:r>
            <a:r>
              <a:rPr lang="en-US" dirty="0">
                <a:solidFill>
                  <a:schemeClr val="tx1"/>
                </a:solidFill>
              </a:rPr>
              <a:t> focus on FTSE 100 data. </a:t>
            </a:r>
            <a:endParaRPr lang="en-IN" dirty="0">
              <a:solidFill>
                <a:schemeClr val="tx1"/>
              </a:solidFill>
            </a:endParaRPr>
          </a:p>
        </p:txBody>
      </p:sp>
      <p:sp>
        <p:nvSpPr>
          <p:cNvPr id="9" name="Rectangle 8">
            <a:extLst>
              <a:ext uri="{FF2B5EF4-FFF2-40B4-BE49-F238E27FC236}">
                <a16:creationId xmlns:a16="http://schemas.microsoft.com/office/drawing/2014/main" id="{D2770BE1-BAD9-4473-B515-39A9D31866B6}"/>
              </a:ext>
            </a:extLst>
          </p:cNvPr>
          <p:cNvSpPr/>
          <p:nvPr/>
        </p:nvSpPr>
        <p:spPr>
          <a:xfrm>
            <a:off x="367862" y="4779864"/>
            <a:ext cx="11457432" cy="3596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r>
              <a:rPr lang="en-US" b="1" dirty="0">
                <a:solidFill>
                  <a:schemeClr val="accent4">
                    <a:lumMod val="50000"/>
                  </a:schemeClr>
                </a:solidFill>
              </a:rPr>
              <a:t>Research gaps </a:t>
            </a:r>
            <a:endParaRPr lang="en-IN" b="1" dirty="0">
              <a:solidFill>
                <a:schemeClr val="accent4">
                  <a:lumMod val="50000"/>
                </a:schemeClr>
              </a:solidFill>
            </a:endParaRPr>
          </a:p>
        </p:txBody>
      </p:sp>
      <p:cxnSp>
        <p:nvCxnSpPr>
          <p:cNvPr id="10" name="Straight Connector 9">
            <a:extLst>
              <a:ext uri="{FF2B5EF4-FFF2-40B4-BE49-F238E27FC236}">
                <a16:creationId xmlns:a16="http://schemas.microsoft.com/office/drawing/2014/main" id="{5D749ECF-C4F1-4F57-BC40-4A4A0F7B292B}"/>
              </a:ext>
            </a:extLst>
          </p:cNvPr>
          <p:cNvCxnSpPr/>
          <p:nvPr/>
        </p:nvCxnSpPr>
        <p:spPr>
          <a:xfrm>
            <a:off x="346841" y="5196194"/>
            <a:ext cx="11457432" cy="0"/>
          </a:xfrm>
          <a:prstGeom prst="line">
            <a:avLst/>
          </a:prstGeom>
          <a:ln w="19050">
            <a:solidFill>
              <a:schemeClr val="tx1"/>
            </a:solidFill>
            <a:prstDash val="sysDot"/>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2108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ED6A1F-3AB7-4126-B8E3-BF2782C9BA11}"/>
              </a:ext>
            </a:extLst>
          </p:cNvPr>
          <p:cNvSpPr/>
          <p:nvPr/>
        </p:nvSpPr>
        <p:spPr>
          <a:xfrm>
            <a:off x="367863" y="60728"/>
            <a:ext cx="11456274" cy="10930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3600" dirty="0">
                <a:solidFill>
                  <a:schemeClr val="tx1"/>
                </a:solidFill>
              </a:rPr>
              <a:t>Novelty</a:t>
            </a:r>
            <a:endParaRPr lang="en-IN" sz="3600" dirty="0">
              <a:solidFill>
                <a:schemeClr val="tx1"/>
              </a:solidFill>
            </a:endParaRPr>
          </a:p>
        </p:txBody>
      </p:sp>
      <p:sp>
        <p:nvSpPr>
          <p:cNvPr id="8" name="Rectangle 7">
            <a:extLst>
              <a:ext uri="{FF2B5EF4-FFF2-40B4-BE49-F238E27FC236}">
                <a16:creationId xmlns:a16="http://schemas.microsoft.com/office/drawing/2014/main" id="{2FFC82CC-DE4D-49B3-B021-6A7CFB5E479F}"/>
              </a:ext>
            </a:extLst>
          </p:cNvPr>
          <p:cNvSpPr/>
          <p:nvPr/>
        </p:nvSpPr>
        <p:spPr>
          <a:xfrm>
            <a:off x="367862" y="4044140"/>
            <a:ext cx="3383280" cy="15053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r>
              <a:rPr lang="en-US" dirty="0">
                <a:solidFill>
                  <a:schemeClr val="tx1"/>
                </a:solidFill>
              </a:rPr>
              <a:t>This study directly compares the performances of ARIMA, SARIMA, LSTM and hybrid model on same dataset.</a:t>
            </a:r>
            <a:endParaRPr lang="en-IN" dirty="0">
              <a:solidFill>
                <a:schemeClr val="tx1"/>
              </a:solidFill>
            </a:endParaRPr>
          </a:p>
        </p:txBody>
      </p:sp>
      <p:sp>
        <p:nvSpPr>
          <p:cNvPr id="11" name="Rectangle 10">
            <a:extLst>
              <a:ext uri="{FF2B5EF4-FFF2-40B4-BE49-F238E27FC236}">
                <a16:creationId xmlns:a16="http://schemas.microsoft.com/office/drawing/2014/main" id="{A5D866E2-269D-49BD-8998-6B13C96C2D43}"/>
              </a:ext>
            </a:extLst>
          </p:cNvPr>
          <p:cNvSpPr/>
          <p:nvPr/>
        </p:nvSpPr>
        <p:spPr>
          <a:xfrm>
            <a:off x="4404360" y="4044140"/>
            <a:ext cx="3383280" cy="15053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r>
              <a:rPr lang="en-US" dirty="0">
                <a:solidFill>
                  <a:schemeClr val="tx1"/>
                </a:solidFill>
              </a:rPr>
              <a:t>Fresh insights on forecasting accuracy of the one of Europe’s most significant and diverse stock market</a:t>
            </a:r>
            <a:endParaRPr lang="en-IN" dirty="0">
              <a:solidFill>
                <a:schemeClr val="tx1"/>
              </a:solidFill>
            </a:endParaRPr>
          </a:p>
        </p:txBody>
      </p:sp>
      <p:sp>
        <p:nvSpPr>
          <p:cNvPr id="12" name="Rectangle 11">
            <a:extLst>
              <a:ext uri="{FF2B5EF4-FFF2-40B4-BE49-F238E27FC236}">
                <a16:creationId xmlns:a16="http://schemas.microsoft.com/office/drawing/2014/main" id="{AAD81FCD-4346-407E-94E7-82B5964094D4}"/>
              </a:ext>
            </a:extLst>
          </p:cNvPr>
          <p:cNvSpPr/>
          <p:nvPr/>
        </p:nvSpPr>
        <p:spPr>
          <a:xfrm>
            <a:off x="8440857" y="4044140"/>
            <a:ext cx="3383280" cy="15053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r>
              <a:rPr lang="en-US" dirty="0">
                <a:solidFill>
                  <a:schemeClr val="tx1"/>
                </a:solidFill>
              </a:rPr>
              <a:t>The study employs a robust process, using statistical test for ARIMA and SARIMA and a well defined 3 layer LSTM framework.</a:t>
            </a:r>
            <a:endParaRPr lang="en-IN" dirty="0">
              <a:solidFill>
                <a:schemeClr val="tx1"/>
              </a:solidFill>
            </a:endParaRPr>
          </a:p>
        </p:txBody>
      </p:sp>
      <p:sp>
        <p:nvSpPr>
          <p:cNvPr id="13" name="Rectangle 12">
            <a:extLst>
              <a:ext uri="{FF2B5EF4-FFF2-40B4-BE49-F238E27FC236}">
                <a16:creationId xmlns:a16="http://schemas.microsoft.com/office/drawing/2014/main" id="{4BB613F0-BAF6-4163-BB89-1C380AF231A7}"/>
              </a:ext>
            </a:extLst>
          </p:cNvPr>
          <p:cNvSpPr/>
          <p:nvPr/>
        </p:nvSpPr>
        <p:spPr>
          <a:xfrm>
            <a:off x="367862" y="3213833"/>
            <a:ext cx="3383280" cy="653978"/>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sz="2000" dirty="0">
                <a:solidFill>
                  <a:schemeClr val="tx1"/>
                </a:solidFill>
              </a:rPr>
              <a:t>Direct comparison</a:t>
            </a:r>
            <a:endParaRPr lang="en-IN" sz="2000" dirty="0">
              <a:solidFill>
                <a:schemeClr val="tx1"/>
              </a:solidFill>
            </a:endParaRPr>
          </a:p>
        </p:txBody>
      </p:sp>
      <p:sp>
        <p:nvSpPr>
          <p:cNvPr id="14" name="Rectangle 13">
            <a:extLst>
              <a:ext uri="{FF2B5EF4-FFF2-40B4-BE49-F238E27FC236}">
                <a16:creationId xmlns:a16="http://schemas.microsoft.com/office/drawing/2014/main" id="{8F84D0EE-1561-40B9-8285-98BBC4EBD036}"/>
              </a:ext>
            </a:extLst>
          </p:cNvPr>
          <p:cNvSpPr/>
          <p:nvPr/>
        </p:nvSpPr>
        <p:spPr>
          <a:xfrm>
            <a:off x="4404360" y="3213833"/>
            <a:ext cx="3383280" cy="653978"/>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sz="2000" dirty="0">
                <a:solidFill>
                  <a:schemeClr val="tx1"/>
                </a:solidFill>
              </a:rPr>
              <a:t>Focus on FTSE100</a:t>
            </a:r>
            <a:endParaRPr lang="en-IN" sz="2000" dirty="0">
              <a:solidFill>
                <a:schemeClr val="tx1"/>
              </a:solidFill>
            </a:endParaRPr>
          </a:p>
        </p:txBody>
      </p:sp>
      <p:sp>
        <p:nvSpPr>
          <p:cNvPr id="16" name="Rectangle 15">
            <a:extLst>
              <a:ext uri="{FF2B5EF4-FFF2-40B4-BE49-F238E27FC236}">
                <a16:creationId xmlns:a16="http://schemas.microsoft.com/office/drawing/2014/main" id="{2818AB62-7B87-44ED-9FCF-1B1E54D73FC6}"/>
              </a:ext>
            </a:extLst>
          </p:cNvPr>
          <p:cNvSpPr/>
          <p:nvPr/>
        </p:nvSpPr>
        <p:spPr>
          <a:xfrm>
            <a:off x="8440857" y="3213833"/>
            <a:ext cx="3383280" cy="653978"/>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sz="2000" dirty="0">
                <a:solidFill>
                  <a:schemeClr val="tx1"/>
                </a:solidFill>
              </a:rPr>
              <a:t>Robust model frameworks</a:t>
            </a:r>
            <a:endParaRPr lang="en-IN" sz="2000" dirty="0">
              <a:solidFill>
                <a:schemeClr val="tx1"/>
              </a:solidFill>
            </a:endParaRPr>
          </a:p>
        </p:txBody>
      </p:sp>
      <p:pic>
        <p:nvPicPr>
          <p:cNvPr id="1026" name="Picture 2">
            <a:extLst>
              <a:ext uri="{FF2B5EF4-FFF2-40B4-BE49-F238E27FC236}">
                <a16:creationId xmlns:a16="http://schemas.microsoft.com/office/drawing/2014/main" id="{8C3930AB-1C97-4CCE-BE17-9CB5F4C5FE32}"/>
              </a:ext>
            </a:extLst>
          </p:cNvPr>
          <p:cNvPicPr>
            <a:picLocks noChangeAspect="1" noChangeArrowheads="1"/>
          </p:cNvPicPr>
          <p:nvPr/>
        </p:nvPicPr>
        <p:blipFill rotWithShape="1">
          <a:blip r:embed="rId2">
            <a:duotone>
              <a:prstClr val="black"/>
              <a:srgbClr val="FAFA58">
                <a:tint val="45000"/>
                <a:satMod val="400000"/>
              </a:srgbClr>
            </a:duotone>
            <a:extLst>
              <a:ext uri="{28A0092B-C50C-407E-A947-70E740481C1C}">
                <a14:useLocalDpi xmlns:a14="http://schemas.microsoft.com/office/drawing/2010/main" val="0"/>
              </a:ext>
            </a:extLst>
          </a:blip>
          <a:srcRect l="24977" r="24041"/>
          <a:stretch/>
        </p:blipFill>
        <p:spPr bwMode="auto">
          <a:xfrm>
            <a:off x="367862" y="1589628"/>
            <a:ext cx="779648" cy="152925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204F5BF-9263-4853-BAA9-C2F8BA412B5E}"/>
              </a:ext>
            </a:extLst>
          </p:cNvPr>
          <p:cNvPicPr>
            <a:picLocks noChangeAspect="1" noChangeArrowheads="1"/>
          </p:cNvPicPr>
          <p:nvPr/>
        </p:nvPicPr>
        <p:blipFill rotWithShape="1">
          <a:blip r:embed="rId3">
            <a:duotone>
              <a:prstClr val="black"/>
              <a:srgbClr val="FAFA58">
                <a:tint val="45000"/>
                <a:satMod val="400000"/>
              </a:srgbClr>
            </a:duotone>
            <a:extLst>
              <a:ext uri="{28A0092B-C50C-407E-A947-70E740481C1C}">
                <a14:useLocalDpi xmlns:a14="http://schemas.microsoft.com/office/drawing/2010/main" val="0"/>
              </a:ext>
            </a:extLst>
          </a:blip>
          <a:srcRect l="14686"/>
          <a:stretch/>
        </p:blipFill>
        <p:spPr bwMode="auto">
          <a:xfrm>
            <a:off x="4404360" y="1591834"/>
            <a:ext cx="1302790" cy="152704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7C6E09B8-67E3-43E5-9949-EAA6A01265FA}"/>
              </a:ext>
            </a:extLst>
          </p:cNvPr>
          <p:cNvPicPr>
            <a:picLocks noChangeAspect="1" noChangeArrowheads="1"/>
          </p:cNvPicPr>
          <p:nvPr/>
        </p:nvPicPr>
        <p:blipFill rotWithShape="1">
          <a:blip r:embed="rId4">
            <a:duotone>
              <a:prstClr val="black"/>
              <a:srgbClr val="FAFA58">
                <a:tint val="45000"/>
                <a:satMod val="400000"/>
              </a:srgbClr>
            </a:duotone>
            <a:extLst>
              <a:ext uri="{28A0092B-C50C-407E-A947-70E740481C1C}">
                <a14:useLocalDpi xmlns:a14="http://schemas.microsoft.com/office/drawing/2010/main" val="0"/>
              </a:ext>
            </a:extLst>
          </a:blip>
          <a:srcRect l="13269"/>
          <a:stretch/>
        </p:blipFill>
        <p:spPr bwMode="auto">
          <a:xfrm>
            <a:off x="8440857" y="1591834"/>
            <a:ext cx="1324419" cy="1527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5877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ED6A1F-3AB7-4126-B8E3-BF2782C9BA11}"/>
              </a:ext>
            </a:extLst>
          </p:cNvPr>
          <p:cNvSpPr/>
          <p:nvPr/>
        </p:nvSpPr>
        <p:spPr>
          <a:xfrm>
            <a:off x="367863" y="60728"/>
            <a:ext cx="11456274" cy="10930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3600" dirty="0">
                <a:solidFill>
                  <a:schemeClr val="tx1"/>
                </a:solidFill>
              </a:rPr>
              <a:t>Data Analysis</a:t>
            </a:r>
            <a:endParaRPr lang="en-IN" sz="3600" dirty="0">
              <a:solidFill>
                <a:schemeClr val="tx1"/>
              </a:solidFill>
            </a:endParaRPr>
          </a:p>
        </p:txBody>
      </p:sp>
      <p:pic>
        <p:nvPicPr>
          <p:cNvPr id="2062" name="Picture 14">
            <a:extLst>
              <a:ext uri="{FF2B5EF4-FFF2-40B4-BE49-F238E27FC236}">
                <a16:creationId xmlns:a16="http://schemas.microsoft.com/office/drawing/2014/main" id="{A5045A2C-BD1F-4E61-8110-9ADCF06DDE34}"/>
              </a:ext>
            </a:extLst>
          </p:cNvPr>
          <p:cNvPicPr>
            <a:picLocks noChangeAspect="1" noChangeArrowheads="1"/>
          </p:cNvPicPr>
          <p:nvPr/>
        </p:nvPicPr>
        <p:blipFill>
          <a:blip r:embed="rId2">
            <a:clrChange>
              <a:clrFrom>
                <a:srgbClr val="FFFFFF"/>
              </a:clrFrom>
              <a:clrTo>
                <a:srgbClr val="FFFFFF">
                  <a:alpha val="0"/>
                </a:srgbClr>
              </a:clrTo>
            </a:clrChange>
            <a:alphaModFix/>
            <a:extLst>
              <a:ext uri="{28A0092B-C50C-407E-A947-70E740481C1C}">
                <a14:useLocalDpi xmlns:a14="http://schemas.microsoft.com/office/drawing/2010/main" val="0"/>
              </a:ext>
            </a:extLst>
          </a:blip>
          <a:srcRect/>
          <a:stretch>
            <a:fillRect/>
          </a:stretch>
        </p:blipFill>
        <p:spPr bwMode="auto">
          <a:xfrm>
            <a:off x="6785412" y="1542872"/>
            <a:ext cx="5038725" cy="4848225"/>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a:extLst>
              <a:ext uri="{FF2B5EF4-FFF2-40B4-BE49-F238E27FC236}">
                <a16:creationId xmlns:a16="http://schemas.microsoft.com/office/drawing/2014/main" id="{60487EDB-D901-45DE-AEA9-98FBA97FC960}"/>
              </a:ext>
            </a:extLst>
          </p:cNvPr>
          <p:cNvSpPr/>
          <p:nvPr/>
        </p:nvSpPr>
        <p:spPr>
          <a:xfrm>
            <a:off x="367862" y="2844504"/>
            <a:ext cx="6058337" cy="34163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r>
              <a:rPr lang="en-US" b="1" dirty="0">
                <a:solidFill>
                  <a:schemeClr val="tx1"/>
                </a:solidFill>
              </a:rPr>
              <a:t>Source: </a:t>
            </a:r>
            <a:r>
              <a:rPr lang="en-US" dirty="0">
                <a:solidFill>
                  <a:schemeClr val="tx1"/>
                </a:solidFill>
              </a:rPr>
              <a:t>Yahoo Finance</a:t>
            </a:r>
          </a:p>
          <a:p>
            <a:pPr>
              <a:spcAft>
                <a:spcPts val="1200"/>
              </a:spcAft>
            </a:pPr>
            <a:r>
              <a:rPr lang="en-US" b="1" dirty="0">
                <a:solidFill>
                  <a:schemeClr val="tx1"/>
                </a:solidFill>
              </a:rPr>
              <a:t>Dataset: </a:t>
            </a:r>
            <a:r>
              <a:rPr lang="en-US" dirty="0">
                <a:solidFill>
                  <a:schemeClr val="tx1"/>
                </a:solidFill>
              </a:rPr>
              <a:t>FTSE100 based in London Stock Exchange</a:t>
            </a:r>
          </a:p>
          <a:p>
            <a:pPr>
              <a:spcAft>
                <a:spcPts val="1200"/>
              </a:spcAft>
            </a:pPr>
            <a:r>
              <a:rPr lang="en-IN" b="1" dirty="0">
                <a:solidFill>
                  <a:schemeClr val="tx1"/>
                </a:solidFill>
              </a:rPr>
              <a:t>Time period: </a:t>
            </a:r>
            <a:r>
              <a:rPr lang="en-IN" dirty="0">
                <a:solidFill>
                  <a:schemeClr val="tx1"/>
                </a:solidFill>
              </a:rPr>
              <a:t>January, 2021 to October 2025</a:t>
            </a:r>
          </a:p>
          <a:p>
            <a:pPr>
              <a:spcAft>
                <a:spcPts val="1200"/>
              </a:spcAft>
            </a:pPr>
            <a:r>
              <a:rPr lang="en-IN" b="1" dirty="0">
                <a:solidFill>
                  <a:schemeClr val="tx1"/>
                </a:solidFill>
              </a:rPr>
              <a:t>Features: </a:t>
            </a:r>
            <a:r>
              <a:rPr lang="en-IN" dirty="0">
                <a:solidFill>
                  <a:schemeClr val="tx1"/>
                </a:solidFill>
              </a:rPr>
              <a:t>Open, Close, High, Low, Adj. Close, Volume.</a:t>
            </a:r>
          </a:p>
          <a:p>
            <a:pPr>
              <a:spcAft>
                <a:spcPts val="1200"/>
              </a:spcAft>
            </a:pPr>
            <a:r>
              <a:rPr lang="en-IN" b="1" dirty="0">
                <a:solidFill>
                  <a:schemeClr val="tx1"/>
                </a:solidFill>
              </a:rPr>
              <a:t>Data cleaning: </a:t>
            </a:r>
            <a:r>
              <a:rPr lang="en-IN" dirty="0">
                <a:solidFill>
                  <a:schemeClr val="tx1"/>
                </a:solidFill>
              </a:rPr>
              <a:t>no null values, outliers identified and retained as actual market events. </a:t>
            </a:r>
          </a:p>
          <a:p>
            <a:pPr>
              <a:spcAft>
                <a:spcPts val="1200"/>
              </a:spcAft>
            </a:pPr>
            <a:r>
              <a:rPr lang="en-IN" b="1" dirty="0">
                <a:solidFill>
                  <a:schemeClr val="tx1"/>
                </a:solidFill>
              </a:rPr>
              <a:t>Training set: </a:t>
            </a:r>
            <a:r>
              <a:rPr lang="en-IN" dirty="0">
                <a:solidFill>
                  <a:schemeClr val="tx1"/>
                </a:solidFill>
              </a:rPr>
              <a:t>70% (January 2021 to May, 2024)</a:t>
            </a:r>
          </a:p>
          <a:p>
            <a:pPr>
              <a:spcAft>
                <a:spcPts val="1200"/>
              </a:spcAft>
            </a:pPr>
            <a:r>
              <a:rPr lang="en-IN" b="1" dirty="0">
                <a:solidFill>
                  <a:schemeClr val="tx1"/>
                </a:solidFill>
              </a:rPr>
              <a:t>Test set: </a:t>
            </a:r>
            <a:r>
              <a:rPr lang="en-IN" dirty="0">
                <a:solidFill>
                  <a:schemeClr val="tx1"/>
                </a:solidFill>
              </a:rPr>
              <a:t>30% (June 2024 to October 2025)</a:t>
            </a:r>
          </a:p>
        </p:txBody>
      </p:sp>
      <p:grpSp>
        <p:nvGrpSpPr>
          <p:cNvPr id="24" name="Group 23">
            <a:extLst>
              <a:ext uri="{FF2B5EF4-FFF2-40B4-BE49-F238E27FC236}">
                <a16:creationId xmlns:a16="http://schemas.microsoft.com/office/drawing/2014/main" id="{51438A56-012C-45C9-AAB2-50C786BD7A13}"/>
              </a:ext>
            </a:extLst>
          </p:cNvPr>
          <p:cNvGrpSpPr/>
          <p:nvPr/>
        </p:nvGrpSpPr>
        <p:grpSpPr>
          <a:xfrm>
            <a:off x="523503" y="1297997"/>
            <a:ext cx="1097280" cy="1300102"/>
            <a:chOff x="367863" y="1159320"/>
            <a:chExt cx="1097280" cy="1300102"/>
          </a:xfrm>
        </p:grpSpPr>
        <p:pic>
          <p:nvPicPr>
            <p:cNvPr id="2050" name="Picture 2">
              <a:extLst>
                <a:ext uri="{FF2B5EF4-FFF2-40B4-BE49-F238E27FC236}">
                  <a16:creationId xmlns:a16="http://schemas.microsoft.com/office/drawing/2014/main" id="{AAA107A0-103E-46D2-9FF7-5494FE7653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463" y="1159320"/>
              <a:ext cx="640080" cy="640080"/>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96483A29-560D-4F82-884D-F12C639D3CC5}"/>
                </a:ext>
              </a:extLst>
            </p:cNvPr>
            <p:cNvSpPr/>
            <p:nvPr/>
          </p:nvSpPr>
          <p:spPr>
            <a:xfrm>
              <a:off x="367863" y="1868500"/>
              <a:ext cx="1097280" cy="590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lgn="ctr"/>
              <a:r>
                <a:rPr lang="en-US" sz="1600" dirty="0">
                  <a:solidFill>
                    <a:schemeClr val="tx1"/>
                  </a:solidFill>
                </a:rPr>
                <a:t>Data collection </a:t>
              </a:r>
              <a:endParaRPr lang="en-IN" sz="1600" dirty="0">
                <a:solidFill>
                  <a:schemeClr val="tx1"/>
                </a:solidFill>
              </a:endParaRPr>
            </a:p>
          </p:txBody>
        </p:sp>
      </p:grpSp>
      <p:grpSp>
        <p:nvGrpSpPr>
          <p:cNvPr id="23" name="Group 22">
            <a:extLst>
              <a:ext uri="{FF2B5EF4-FFF2-40B4-BE49-F238E27FC236}">
                <a16:creationId xmlns:a16="http://schemas.microsoft.com/office/drawing/2014/main" id="{543C2E2C-ED13-48B9-B73C-2025872B4388}"/>
              </a:ext>
            </a:extLst>
          </p:cNvPr>
          <p:cNvGrpSpPr/>
          <p:nvPr/>
        </p:nvGrpSpPr>
        <p:grpSpPr>
          <a:xfrm>
            <a:off x="2079913" y="1297997"/>
            <a:ext cx="1097280" cy="1300102"/>
            <a:chOff x="1695669" y="1159320"/>
            <a:chExt cx="1097280" cy="1300102"/>
          </a:xfrm>
        </p:grpSpPr>
        <p:pic>
          <p:nvPicPr>
            <p:cNvPr id="2052" name="Picture 4">
              <a:extLst>
                <a:ext uri="{FF2B5EF4-FFF2-40B4-BE49-F238E27FC236}">
                  <a16:creationId xmlns:a16="http://schemas.microsoft.com/office/drawing/2014/main" id="{FFB593C9-BC72-4836-8B1E-CD918FE734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4269" y="1159320"/>
              <a:ext cx="640080" cy="640080"/>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78BF68F9-37D4-4DFF-B830-BCF48441DC36}"/>
                </a:ext>
              </a:extLst>
            </p:cNvPr>
            <p:cNvSpPr/>
            <p:nvPr/>
          </p:nvSpPr>
          <p:spPr>
            <a:xfrm>
              <a:off x="1695669" y="1868500"/>
              <a:ext cx="1097280" cy="590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lgn="ctr"/>
              <a:r>
                <a:rPr lang="en-US" sz="1600" dirty="0">
                  <a:solidFill>
                    <a:schemeClr val="tx1"/>
                  </a:solidFill>
                </a:rPr>
                <a:t>Data</a:t>
              </a:r>
              <a:r>
                <a:rPr lang="en-IN" sz="1600" dirty="0">
                  <a:solidFill>
                    <a:schemeClr val="tx1"/>
                  </a:solidFill>
                </a:rPr>
                <a:t> cleaning</a:t>
              </a:r>
              <a:endParaRPr lang="en-US" sz="1600" dirty="0">
                <a:solidFill>
                  <a:schemeClr val="tx1"/>
                </a:solidFill>
              </a:endParaRPr>
            </a:p>
          </p:txBody>
        </p:sp>
      </p:grpSp>
      <p:grpSp>
        <p:nvGrpSpPr>
          <p:cNvPr id="18" name="Group 17">
            <a:extLst>
              <a:ext uri="{FF2B5EF4-FFF2-40B4-BE49-F238E27FC236}">
                <a16:creationId xmlns:a16="http://schemas.microsoft.com/office/drawing/2014/main" id="{2E776ECF-3111-462E-B099-2988C63C8968}"/>
              </a:ext>
            </a:extLst>
          </p:cNvPr>
          <p:cNvGrpSpPr/>
          <p:nvPr/>
        </p:nvGrpSpPr>
        <p:grpSpPr>
          <a:xfrm>
            <a:off x="3636323" y="1297997"/>
            <a:ext cx="1097280" cy="1300102"/>
            <a:chOff x="3023475" y="1159320"/>
            <a:chExt cx="1097280" cy="1300102"/>
          </a:xfrm>
        </p:grpSpPr>
        <p:pic>
          <p:nvPicPr>
            <p:cNvPr id="2054" name="Picture 6">
              <a:extLst>
                <a:ext uri="{FF2B5EF4-FFF2-40B4-BE49-F238E27FC236}">
                  <a16:creationId xmlns:a16="http://schemas.microsoft.com/office/drawing/2014/main" id="{87553CBF-1D02-4225-AE54-0A3B5CBA48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52075" y="1159320"/>
              <a:ext cx="640080" cy="640080"/>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a:extLst>
                <a:ext uri="{FF2B5EF4-FFF2-40B4-BE49-F238E27FC236}">
                  <a16:creationId xmlns:a16="http://schemas.microsoft.com/office/drawing/2014/main" id="{A4C889B9-7FFC-4BAC-BF00-54ED5FE6FC5F}"/>
                </a:ext>
              </a:extLst>
            </p:cNvPr>
            <p:cNvSpPr/>
            <p:nvPr/>
          </p:nvSpPr>
          <p:spPr>
            <a:xfrm>
              <a:off x="3023475" y="1868500"/>
              <a:ext cx="1097280" cy="590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lgn="ctr"/>
              <a:r>
                <a:rPr lang="en-US" sz="1600" dirty="0">
                  <a:solidFill>
                    <a:schemeClr val="tx1"/>
                  </a:solidFill>
                </a:rPr>
                <a:t>EDA</a:t>
              </a:r>
            </a:p>
          </p:txBody>
        </p:sp>
      </p:grpSp>
      <p:grpSp>
        <p:nvGrpSpPr>
          <p:cNvPr id="17" name="Group 16">
            <a:extLst>
              <a:ext uri="{FF2B5EF4-FFF2-40B4-BE49-F238E27FC236}">
                <a16:creationId xmlns:a16="http://schemas.microsoft.com/office/drawing/2014/main" id="{E839004F-413A-4C01-87F5-DA24748A866A}"/>
              </a:ext>
            </a:extLst>
          </p:cNvPr>
          <p:cNvGrpSpPr/>
          <p:nvPr/>
        </p:nvGrpSpPr>
        <p:grpSpPr>
          <a:xfrm>
            <a:off x="5192734" y="1297997"/>
            <a:ext cx="1097280" cy="1300102"/>
            <a:chOff x="4351282" y="1159320"/>
            <a:chExt cx="1097280" cy="1300102"/>
          </a:xfrm>
        </p:grpSpPr>
        <p:pic>
          <p:nvPicPr>
            <p:cNvPr id="2056" name="Picture 8">
              <a:extLst>
                <a:ext uri="{FF2B5EF4-FFF2-40B4-BE49-F238E27FC236}">
                  <a16:creationId xmlns:a16="http://schemas.microsoft.com/office/drawing/2014/main" id="{4E544DD7-94EB-47C9-AB4E-6681B7F79D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9882" y="1159320"/>
              <a:ext cx="640080" cy="640080"/>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21">
              <a:extLst>
                <a:ext uri="{FF2B5EF4-FFF2-40B4-BE49-F238E27FC236}">
                  <a16:creationId xmlns:a16="http://schemas.microsoft.com/office/drawing/2014/main" id="{C186E5BB-A21A-4CEA-B5E4-96162A66D2F6}"/>
                </a:ext>
              </a:extLst>
            </p:cNvPr>
            <p:cNvSpPr/>
            <p:nvPr/>
          </p:nvSpPr>
          <p:spPr>
            <a:xfrm>
              <a:off x="4351282" y="1868500"/>
              <a:ext cx="1097280" cy="590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lgn="ctr"/>
              <a:r>
                <a:rPr lang="en-US" sz="1600" dirty="0">
                  <a:solidFill>
                    <a:schemeClr val="tx1"/>
                  </a:solidFill>
                </a:rPr>
                <a:t>Train-test split</a:t>
              </a:r>
            </a:p>
          </p:txBody>
        </p:sp>
      </p:grpSp>
      <p:grpSp>
        <p:nvGrpSpPr>
          <p:cNvPr id="30" name="Group 29">
            <a:extLst>
              <a:ext uri="{FF2B5EF4-FFF2-40B4-BE49-F238E27FC236}">
                <a16:creationId xmlns:a16="http://schemas.microsoft.com/office/drawing/2014/main" id="{2145752E-33B3-46F3-A5EE-418E2A88FE1F}"/>
              </a:ext>
            </a:extLst>
          </p:cNvPr>
          <p:cNvGrpSpPr/>
          <p:nvPr/>
        </p:nvGrpSpPr>
        <p:grpSpPr>
          <a:xfrm>
            <a:off x="1625061" y="1948048"/>
            <a:ext cx="3563394" cy="0"/>
            <a:chOff x="1625061" y="1619810"/>
            <a:chExt cx="3563394" cy="0"/>
          </a:xfrm>
        </p:grpSpPr>
        <p:cxnSp>
          <p:nvCxnSpPr>
            <p:cNvPr id="3" name="Straight Arrow Connector 2">
              <a:extLst>
                <a:ext uri="{FF2B5EF4-FFF2-40B4-BE49-F238E27FC236}">
                  <a16:creationId xmlns:a16="http://schemas.microsoft.com/office/drawing/2014/main" id="{9BD53228-74D4-4BBF-97D2-EA9505EC8504}"/>
                </a:ext>
              </a:extLst>
            </p:cNvPr>
            <p:cNvCxnSpPr>
              <a:cxnSpLocks/>
            </p:cNvCxnSpPr>
            <p:nvPr/>
          </p:nvCxnSpPr>
          <p:spPr>
            <a:xfrm>
              <a:off x="1625061" y="1619810"/>
              <a:ext cx="45057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85C4235-34D7-40A2-BF72-24B49A19E13F}"/>
                </a:ext>
              </a:extLst>
            </p:cNvPr>
            <p:cNvCxnSpPr>
              <a:cxnSpLocks/>
            </p:cNvCxnSpPr>
            <p:nvPr/>
          </p:nvCxnSpPr>
          <p:spPr>
            <a:xfrm>
              <a:off x="3181471" y="1619810"/>
              <a:ext cx="45057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9E1B258-EA7B-45F1-B66E-272C4277AC68}"/>
                </a:ext>
              </a:extLst>
            </p:cNvPr>
            <p:cNvCxnSpPr>
              <a:cxnSpLocks/>
            </p:cNvCxnSpPr>
            <p:nvPr/>
          </p:nvCxnSpPr>
          <p:spPr>
            <a:xfrm>
              <a:off x="4737881" y="1619810"/>
              <a:ext cx="45057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5" name="Rectangle: Rounded Corners 24">
            <a:extLst>
              <a:ext uri="{FF2B5EF4-FFF2-40B4-BE49-F238E27FC236}">
                <a16:creationId xmlns:a16="http://schemas.microsoft.com/office/drawing/2014/main" id="{C7C33E10-44C4-414C-B0B0-716F1B518460}"/>
              </a:ext>
            </a:extLst>
          </p:cNvPr>
          <p:cNvSpPr/>
          <p:nvPr/>
        </p:nvSpPr>
        <p:spPr>
          <a:xfrm>
            <a:off x="367862" y="1239861"/>
            <a:ext cx="6062472" cy="1416374"/>
          </a:xfrm>
          <a:prstGeom prst="roundRect">
            <a:avLst>
              <a:gd name="adj" fmla="val 9636"/>
            </a:avLst>
          </a:prstGeom>
          <a:no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81658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ED6A1F-3AB7-4126-B8E3-BF2782C9BA11}"/>
              </a:ext>
            </a:extLst>
          </p:cNvPr>
          <p:cNvSpPr/>
          <p:nvPr/>
        </p:nvSpPr>
        <p:spPr>
          <a:xfrm>
            <a:off x="367863" y="60728"/>
            <a:ext cx="11456274" cy="10930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3600" dirty="0">
                <a:solidFill>
                  <a:schemeClr val="tx1"/>
                </a:solidFill>
              </a:rPr>
              <a:t>Traditional/statistical models</a:t>
            </a:r>
            <a:endParaRPr lang="en-IN" sz="3600" dirty="0">
              <a:solidFill>
                <a:schemeClr val="tx1"/>
              </a:solidFill>
            </a:endParaRPr>
          </a:p>
        </p:txBody>
      </p:sp>
      <p:sp>
        <p:nvSpPr>
          <p:cNvPr id="28" name="Rectangle 27">
            <a:extLst>
              <a:ext uri="{FF2B5EF4-FFF2-40B4-BE49-F238E27FC236}">
                <a16:creationId xmlns:a16="http://schemas.microsoft.com/office/drawing/2014/main" id="{05D6DECA-CA2F-4960-BAC5-C29DEB8DBD59}"/>
              </a:ext>
            </a:extLst>
          </p:cNvPr>
          <p:cNvSpPr/>
          <p:nvPr/>
        </p:nvSpPr>
        <p:spPr>
          <a:xfrm>
            <a:off x="367862" y="2299430"/>
            <a:ext cx="5486400" cy="11584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600"/>
              </a:spcAft>
            </a:pPr>
            <a:r>
              <a:rPr lang="en-US" dirty="0">
                <a:solidFill>
                  <a:schemeClr val="tx1"/>
                </a:solidFill>
              </a:rPr>
              <a:t>A linear statistical model that forecast future value based on its past values. It assumes the data is stationary, which means its statistical properties don’t change over time. </a:t>
            </a:r>
          </a:p>
        </p:txBody>
      </p:sp>
      <p:sp>
        <p:nvSpPr>
          <p:cNvPr id="31" name="Rectangle 30">
            <a:extLst>
              <a:ext uri="{FF2B5EF4-FFF2-40B4-BE49-F238E27FC236}">
                <a16:creationId xmlns:a16="http://schemas.microsoft.com/office/drawing/2014/main" id="{7CF3D1C8-F755-4283-BB94-EA63B62FA793}"/>
              </a:ext>
            </a:extLst>
          </p:cNvPr>
          <p:cNvSpPr/>
          <p:nvPr/>
        </p:nvSpPr>
        <p:spPr>
          <a:xfrm>
            <a:off x="367862" y="1321971"/>
            <a:ext cx="5486400" cy="853670"/>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Autofit/>
          </a:bodyPr>
          <a:lstStyle/>
          <a:p>
            <a:pPr algn="ctr"/>
            <a:r>
              <a:rPr lang="en-US" sz="2000" dirty="0">
                <a:solidFill>
                  <a:schemeClr val="tx1"/>
                </a:solidFill>
              </a:rPr>
              <a:t>ARIMA (Auto regressive integrated moving average)</a:t>
            </a:r>
            <a:endParaRPr lang="en-IN" sz="2000" dirty="0">
              <a:solidFill>
                <a:schemeClr val="tx1"/>
              </a:solidFill>
            </a:endParaRPr>
          </a:p>
        </p:txBody>
      </p:sp>
      <p:sp>
        <p:nvSpPr>
          <p:cNvPr id="33" name="Rectangle 32">
            <a:extLst>
              <a:ext uri="{FF2B5EF4-FFF2-40B4-BE49-F238E27FC236}">
                <a16:creationId xmlns:a16="http://schemas.microsoft.com/office/drawing/2014/main" id="{9E6BE431-6233-4999-8A5D-C2FC823F6462}"/>
              </a:ext>
            </a:extLst>
          </p:cNvPr>
          <p:cNvSpPr/>
          <p:nvPr/>
        </p:nvSpPr>
        <p:spPr>
          <a:xfrm>
            <a:off x="6337737" y="1321971"/>
            <a:ext cx="5486400" cy="853670"/>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Autofit/>
          </a:bodyPr>
          <a:lstStyle/>
          <a:p>
            <a:pPr algn="ctr"/>
            <a:r>
              <a:rPr lang="en-US" sz="2000" dirty="0">
                <a:solidFill>
                  <a:schemeClr val="tx1"/>
                </a:solidFill>
              </a:rPr>
              <a:t>SARIMA (Seasonal auto regressive integrated moving average)</a:t>
            </a:r>
          </a:p>
        </p:txBody>
      </p:sp>
      <p:sp>
        <p:nvSpPr>
          <p:cNvPr id="34" name="Rectangle 33">
            <a:extLst>
              <a:ext uri="{FF2B5EF4-FFF2-40B4-BE49-F238E27FC236}">
                <a16:creationId xmlns:a16="http://schemas.microsoft.com/office/drawing/2014/main" id="{AB30AC0E-3BA0-4B29-92DA-8F20413540BC}"/>
              </a:ext>
            </a:extLst>
          </p:cNvPr>
          <p:cNvSpPr/>
          <p:nvPr/>
        </p:nvSpPr>
        <p:spPr>
          <a:xfrm>
            <a:off x="367862" y="3539651"/>
            <a:ext cx="5486400" cy="3596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600"/>
              </a:spcAft>
            </a:pPr>
            <a:r>
              <a:rPr lang="en-US" b="1" dirty="0">
                <a:solidFill>
                  <a:schemeClr val="tx1"/>
                </a:solidFill>
              </a:rPr>
              <a:t>Box Jenkins method</a:t>
            </a:r>
          </a:p>
          <a:p>
            <a:pPr>
              <a:spcAft>
                <a:spcPts val="600"/>
              </a:spcAft>
            </a:pPr>
            <a:r>
              <a:rPr lang="en-US" dirty="0">
                <a:solidFill>
                  <a:schemeClr val="tx1"/>
                </a:solidFill>
              </a:rPr>
              <a:t> </a:t>
            </a:r>
          </a:p>
        </p:txBody>
      </p:sp>
      <p:sp>
        <p:nvSpPr>
          <p:cNvPr id="7" name="Rectangle 6">
            <a:extLst>
              <a:ext uri="{FF2B5EF4-FFF2-40B4-BE49-F238E27FC236}">
                <a16:creationId xmlns:a16="http://schemas.microsoft.com/office/drawing/2014/main" id="{EA1512D3-5AB6-41FE-8FA6-9209772330E5}"/>
              </a:ext>
            </a:extLst>
          </p:cNvPr>
          <p:cNvSpPr/>
          <p:nvPr/>
        </p:nvSpPr>
        <p:spPr>
          <a:xfrm>
            <a:off x="1156138" y="3899339"/>
            <a:ext cx="4698123" cy="7386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spAutoFit/>
          </a:bodyPr>
          <a:lstStyle/>
          <a:p>
            <a:pPr>
              <a:spcAft>
                <a:spcPts val="600"/>
              </a:spcAft>
            </a:pPr>
            <a:r>
              <a:rPr lang="en-US" sz="1600" b="1" dirty="0">
                <a:solidFill>
                  <a:schemeClr val="tx1"/>
                </a:solidFill>
              </a:rPr>
              <a:t>Identification: </a:t>
            </a:r>
            <a:r>
              <a:rPr lang="en-US" sz="1600" dirty="0">
                <a:solidFill>
                  <a:schemeClr val="tx1"/>
                </a:solidFill>
              </a:rPr>
              <a:t>Used Augmented	 Dicker Fuller test (ADF) to check stationarity and applied differencing (d). </a:t>
            </a:r>
          </a:p>
        </p:txBody>
      </p:sp>
      <p:sp>
        <p:nvSpPr>
          <p:cNvPr id="8" name="Rectangle 7">
            <a:extLst>
              <a:ext uri="{FF2B5EF4-FFF2-40B4-BE49-F238E27FC236}">
                <a16:creationId xmlns:a16="http://schemas.microsoft.com/office/drawing/2014/main" id="{44386E01-5926-446B-9CF6-BF8A6C50EC5D}"/>
              </a:ext>
            </a:extLst>
          </p:cNvPr>
          <p:cNvSpPr/>
          <p:nvPr/>
        </p:nvSpPr>
        <p:spPr>
          <a:xfrm>
            <a:off x="1156138" y="4680121"/>
            <a:ext cx="4698123" cy="9848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spAutoFit/>
          </a:bodyPr>
          <a:lstStyle/>
          <a:p>
            <a:pPr>
              <a:spcAft>
                <a:spcPts val="600"/>
              </a:spcAft>
            </a:pPr>
            <a:r>
              <a:rPr lang="en-US" sz="1600" b="1" dirty="0">
                <a:solidFill>
                  <a:schemeClr val="tx1"/>
                </a:solidFill>
              </a:rPr>
              <a:t>Estimation: </a:t>
            </a:r>
            <a:r>
              <a:rPr lang="en-US" sz="1600" dirty="0">
                <a:solidFill>
                  <a:schemeClr val="tx1"/>
                </a:solidFill>
              </a:rPr>
              <a:t>Auto Correlation Function (ACF) and Partial Auto Correlation Function (PACF) plots were used to determine the AR(p) and MA(q). </a:t>
            </a:r>
          </a:p>
        </p:txBody>
      </p:sp>
      <p:sp>
        <p:nvSpPr>
          <p:cNvPr id="9" name="Rectangle 8">
            <a:extLst>
              <a:ext uri="{FF2B5EF4-FFF2-40B4-BE49-F238E27FC236}">
                <a16:creationId xmlns:a16="http://schemas.microsoft.com/office/drawing/2014/main" id="{425DA158-D268-4C81-9798-5BBAF330D8CD}"/>
              </a:ext>
            </a:extLst>
          </p:cNvPr>
          <p:cNvSpPr/>
          <p:nvPr/>
        </p:nvSpPr>
        <p:spPr>
          <a:xfrm>
            <a:off x="1156138" y="5707124"/>
            <a:ext cx="4698123" cy="9848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spAutoFit/>
          </a:bodyPr>
          <a:lstStyle/>
          <a:p>
            <a:pPr>
              <a:spcAft>
                <a:spcPts val="600"/>
              </a:spcAft>
            </a:pPr>
            <a:r>
              <a:rPr lang="en-US" sz="1600" b="1" dirty="0">
                <a:solidFill>
                  <a:schemeClr val="tx1"/>
                </a:solidFill>
              </a:rPr>
              <a:t>Model selection: </a:t>
            </a:r>
            <a:r>
              <a:rPr lang="en-US" sz="1600" dirty="0">
                <a:solidFill>
                  <a:schemeClr val="tx1"/>
                </a:solidFill>
              </a:rPr>
              <a:t>Choose the best model based on lowest Akaike Information Criterion (AIC) and Bayesian Information Criterion (BIC). </a:t>
            </a:r>
          </a:p>
        </p:txBody>
      </p:sp>
      <p:cxnSp>
        <p:nvCxnSpPr>
          <p:cNvPr id="3" name="Straight Connector 2">
            <a:extLst>
              <a:ext uri="{FF2B5EF4-FFF2-40B4-BE49-F238E27FC236}">
                <a16:creationId xmlns:a16="http://schemas.microsoft.com/office/drawing/2014/main" id="{5547E603-2BC3-4400-BCE4-65D2C8C4113E}"/>
              </a:ext>
            </a:extLst>
          </p:cNvPr>
          <p:cNvCxnSpPr>
            <a:cxnSpLocks/>
          </p:cNvCxnSpPr>
          <p:nvPr/>
        </p:nvCxnSpPr>
        <p:spPr>
          <a:xfrm>
            <a:off x="367862" y="5686065"/>
            <a:ext cx="5486400" cy="0"/>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7A87323-242F-403A-8C91-EB5F3740A9DA}"/>
              </a:ext>
            </a:extLst>
          </p:cNvPr>
          <p:cNvCxnSpPr>
            <a:cxnSpLocks/>
          </p:cNvCxnSpPr>
          <p:nvPr/>
        </p:nvCxnSpPr>
        <p:spPr>
          <a:xfrm>
            <a:off x="367862" y="4659062"/>
            <a:ext cx="5486400" cy="0"/>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F16BCD2A-5B5F-462B-9305-E30E406A5D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862" y="3953711"/>
            <a:ext cx="629920" cy="6299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7F113486-6ABC-4076-B952-75EABBFEC7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862" y="4857095"/>
            <a:ext cx="630936" cy="63093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088B0E2E-1D88-46F2-9688-5E79B2CE9F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862" y="5884098"/>
            <a:ext cx="630936" cy="630936"/>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C3D2316C-1959-4971-8978-CDA5A4B688C5}"/>
              </a:ext>
            </a:extLst>
          </p:cNvPr>
          <p:cNvSpPr/>
          <p:nvPr/>
        </p:nvSpPr>
        <p:spPr>
          <a:xfrm>
            <a:off x="6337737" y="2299430"/>
            <a:ext cx="5486400" cy="3407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600"/>
              </a:spcAft>
            </a:pPr>
            <a:r>
              <a:rPr lang="en-US" dirty="0">
                <a:solidFill>
                  <a:schemeClr val="tx1"/>
                </a:solidFill>
              </a:rPr>
              <a:t>A extension of ARIMA to handle data with seasonality.</a:t>
            </a:r>
          </a:p>
          <a:p>
            <a:pPr>
              <a:spcAft>
                <a:spcPts val="600"/>
              </a:spcAft>
            </a:pPr>
            <a:endParaRPr lang="en-US" dirty="0">
              <a:solidFill>
                <a:schemeClr val="tx1"/>
              </a:solidFill>
            </a:endParaRPr>
          </a:p>
          <a:p>
            <a:pPr>
              <a:spcAft>
                <a:spcPts val="600"/>
              </a:spcAft>
            </a:pPr>
            <a:r>
              <a:rPr lang="en-US" dirty="0">
                <a:solidFill>
                  <a:schemeClr val="tx1"/>
                </a:solidFill>
              </a:rPr>
              <a:t>Adds seasonal parameters (P, D, Q)m, where m is the number of time steps in seasonal period.</a:t>
            </a:r>
          </a:p>
          <a:p>
            <a:pPr>
              <a:spcAft>
                <a:spcPts val="600"/>
              </a:spcAft>
            </a:pPr>
            <a:endParaRPr lang="en-US" dirty="0">
              <a:solidFill>
                <a:schemeClr val="tx1"/>
              </a:solidFill>
            </a:endParaRPr>
          </a:p>
          <a:p>
            <a:pPr>
              <a:spcAft>
                <a:spcPts val="600"/>
              </a:spcAft>
            </a:pPr>
            <a:r>
              <a:rPr lang="en-US" dirty="0">
                <a:solidFill>
                  <a:schemeClr val="tx1"/>
                </a:solidFill>
              </a:rPr>
              <a:t>For this study pmdarima library was used to automatically select the model with best combination of seasonal and non-seasonal parameters.</a:t>
            </a:r>
          </a:p>
        </p:txBody>
      </p:sp>
    </p:spTree>
    <p:extLst>
      <p:ext uri="{BB962C8B-B14F-4D97-AF65-F5344CB8AC3E}">
        <p14:creationId xmlns:p14="http://schemas.microsoft.com/office/powerpoint/2010/main" val="5555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ED6A1F-3AB7-4126-B8E3-BF2782C9BA11}"/>
              </a:ext>
            </a:extLst>
          </p:cNvPr>
          <p:cNvSpPr/>
          <p:nvPr/>
        </p:nvSpPr>
        <p:spPr>
          <a:xfrm>
            <a:off x="367863" y="60728"/>
            <a:ext cx="11456274" cy="10930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3600" dirty="0">
                <a:solidFill>
                  <a:schemeClr val="tx1"/>
                </a:solidFill>
              </a:rPr>
              <a:t>Deep learning models</a:t>
            </a:r>
            <a:endParaRPr lang="en-IN" sz="3600" dirty="0">
              <a:solidFill>
                <a:schemeClr val="tx1"/>
              </a:solidFill>
            </a:endParaRPr>
          </a:p>
        </p:txBody>
      </p:sp>
      <p:sp>
        <p:nvSpPr>
          <p:cNvPr id="28" name="Rectangle 27">
            <a:extLst>
              <a:ext uri="{FF2B5EF4-FFF2-40B4-BE49-F238E27FC236}">
                <a16:creationId xmlns:a16="http://schemas.microsoft.com/office/drawing/2014/main" id="{05D6DECA-CA2F-4960-BAC5-C29DEB8DBD59}"/>
              </a:ext>
            </a:extLst>
          </p:cNvPr>
          <p:cNvSpPr/>
          <p:nvPr/>
        </p:nvSpPr>
        <p:spPr>
          <a:xfrm>
            <a:off x="367862" y="2299430"/>
            <a:ext cx="5486400" cy="41970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r>
              <a:rPr lang="en-US" dirty="0">
                <a:solidFill>
                  <a:schemeClr val="tx1"/>
                </a:solidFill>
              </a:rPr>
              <a:t>A specialized type of Recurrent Neural Network (RNN) that excels at learning long-term dependencies. It uses internal 'gates" (Forget, Input, Output) to regulate information flow, allowing it to remember important patterns over long sequences and avoid the "vanishing gradient" problem.</a:t>
            </a:r>
          </a:p>
          <a:p>
            <a:pPr>
              <a:spcAft>
                <a:spcPts val="600"/>
              </a:spcAft>
            </a:pPr>
            <a:r>
              <a:rPr lang="en-US" b="1" dirty="0">
                <a:solidFill>
                  <a:schemeClr val="tx1"/>
                </a:solidFill>
              </a:rPr>
              <a:t>Our Architecture: </a:t>
            </a:r>
          </a:p>
          <a:p>
            <a:r>
              <a:rPr lang="en-US" dirty="0">
                <a:solidFill>
                  <a:schemeClr val="tx1"/>
                </a:solidFill>
              </a:rPr>
              <a:t>Layers: 3 stacked LSTM layers with 50 neurons each.</a:t>
            </a:r>
          </a:p>
          <a:p>
            <a:r>
              <a:rPr lang="en-US" dirty="0">
                <a:solidFill>
                  <a:schemeClr val="tx1"/>
                </a:solidFill>
              </a:rPr>
              <a:t>Regularization: Dropout rate of 0.2 to prevent overfitting.</a:t>
            </a:r>
          </a:p>
          <a:p>
            <a:r>
              <a:rPr lang="en-US" dirty="0">
                <a:solidFill>
                  <a:schemeClr val="tx1"/>
                </a:solidFill>
              </a:rPr>
              <a:t>Optimization: Adam optimizer with a Mean Squared Error loss function.</a:t>
            </a:r>
          </a:p>
        </p:txBody>
      </p:sp>
      <p:sp>
        <p:nvSpPr>
          <p:cNvPr id="31" name="Rectangle 30">
            <a:extLst>
              <a:ext uri="{FF2B5EF4-FFF2-40B4-BE49-F238E27FC236}">
                <a16:creationId xmlns:a16="http://schemas.microsoft.com/office/drawing/2014/main" id="{7CF3D1C8-F755-4283-BB94-EA63B62FA793}"/>
              </a:ext>
            </a:extLst>
          </p:cNvPr>
          <p:cNvSpPr/>
          <p:nvPr/>
        </p:nvSpPr>
        <p:spPr>
          <a:xfrm>
            <a:off x="367862" y="1321971"/>
            <a:ext cx="5486400" cy="853670"/>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Autofit/>
          </a:bodyPr>
          <a:lstStyle/>
          <a:p>
            <a:pPr algn="ctr"/>
            <a:r>
              <a:rPr lang="en-US" sz="2000" dirty="0">
                <a:solidFill>
                  <a:schemeClr val="tx1"/>
                </a:solidFill>
              </a:rPr>
              <a:t>LSTM (Long Short Term Memory)</a:t>
            </a:r>
            <a:endParaRPr lang="en-IN" sz="2000" dirty="0">
              <a:solidFill>
                <a:schemeClr val="tx1"/>
              </a:solidFill>
            </a:endParaRPr>
          </a:p>
        </p:txBody>
      </p:sp>
      <p:sp>
        <p:nvSpPr>
          <p:cNvPr id="16" name="Rectangle 15">
            <a:extLst>
              <a:ext uri="{FF2B5EF4-FFF2-40B4-BE49-F238E27FC236}">
                <a16:creationId xmlns:a16="http://schemas.microsoft.com/office/drawing/2014/main" id="{C3D2316C-1959-4971-8978-CDA5A4B688C5}"/>
              </a:ext>
            </a:extLst>
          </p:cNvPr>
          <p:cNvSpPr/>
          <p:nvPr/>
        </p:nvSpPr>
        <p:spPr>
          <a:xfrm>
            <a:off x="6337737" y="5464992"/>
            <a:ext cx="5486400" cy="10285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600"/>
              </a:spcAft>
            </a:pPr>
            <a:r>
              <a:rPr lang="en-US" dirty="0">
                <a:solidFill>
                  <a:schemeClr val="tx1"/>
                </a:solidFill>
              </a:rPr>
              <a:t>A two stage model where ARIMA first captures linear trends. The residual, which contains non-linear data is processed by LSTM. </a:t>
            </a:r>
          </a:p>
        </p:txBody>
      </p:sp>
      <p:sp>
        <p:nvSpPr>
          <p:cNvPr id="33" name="Rectangle 32">
            <a:extLst>
              <a:ext uri="{FF2B5EF4-FFF2-40B4-BE49-F238E27FC236}">
                <a16:creationId xmlns:a16="http://schemas.microsoft.com/office/drawing/2014/main" id="{9E6BE431-6233-4999-8A5D-C2FC823F6462}"/>
              </a:ext>
            </a:extLst>
          </p:cNvPr>
          <p:cNvSpPr/>
          <p:nvPr/>
        </p:nvSpPr>
        <p:spPr>
          <a:xfrm>
            <a:off x="6337737" y="4487533"/>
            <a:ext cx="5486400" cy="853670"/>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Autofit/>
          </a:bodyPr>
          <a:lstStyle/>
          <a:p>
            <a:pPr algn="ctr"/>
            <a:r>
              <a:rPr lang="en-US" sz="2000" dirty="0">
                <a:solidFill>
                  <a:schemeClr val="tx1"/>
                </a:solidFill>
              </a:rPr>
              <a:t>Hybrid ARIMA-LSTM</a:t>
            </a:r>
          </a:p>
        </p:txBody>
      </p:sp>
      <p:pic>
        <p:nvPicPr>
          <p:cNvPr id="17" name="Picture 16">
            <a:extLst>
              <a:ext uri="{FF2B5EF4-FFF2-40B4-BE49-F238E27FC236}">
                <a16:creationId xmlns:a16="http://schemas.microsoft.com/office/drawing/2014/main" id="{6F062FE8-89F5-4156-B686-537FFDC707A1}"/>
              </a:ext>
            </a:extLst>
          </p:cNvPr>
          <p:cNvPicPr/>
          <p:nvPr/>
        </p:nvPicPr>
        <p:blipFill rotWithShape="1">
          <a:blip r:embed="rId2"/>
          <a:srcRect l="10441" r="5110"/>
          <a:stretch/>
        </p:blipFill>
        <p:spPr>
          <a:xfrm>
            <a:off x="6489902" y="1321970"/>
            <a:ext cx="5182070" cy="3007889"/>
          </a:xfrm>
          <a:prstGeom prst="rect">
            <a:avLst/>
          </a:prstGeom>
          <a:ln>
            <a:solidFill>
              <a:schemeClr val="tx1"/>
            </a:solidFill>
          </a:ln>
        </p:spPr>
      </p:pic>
    </p:spTree>
    <p:extLst>
      <p:ext uri="{BB962C8B-B14F-4D97-AF65-F5344CB8AC3E}">
        <p14:creationId xmlns:p14="http://schemas.microsoft.com/office/powerpoint/2010/main" val="1913947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4F75A392-7666-4ADB-BB3D-5137627B70E5}"/>
              </a:ext>
            </a:extLst>
          </p:cNvPr>
          <p:cNvSpPr/>
          <p:nvPr/>
        </p:nvSpPr>
        <p:spPr>
          <a:xfrm>
            <a:off x="367862" y="3239706"/>
            <a:ext cx="5486400" cy="1826204"/>
          </a:xfrm>
          <a:prstGeom prst="roundRect">
            <a:avLst>
              <a:gd name="adj" fmla="val 9469"/>
            </a:avLst>
          </a:prstGeom>
          <a:solidFill>
            <a:srgbClr val="FCFFDD"/>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endParaRPr lang="en-US" dirty="0">
              <a:solidFill>
                <a:schemeClr val="tx1"/>
              </a:solidFill>
            </a:endParaRPr>
          </a:p>
        </p:txBody>
      </p:sp>
      <p:grpSp>
        <p:nvGrpSpPr>
          <p:cNvPr id="16" name="Group 15">
            <a:extLst>
              <a:ext uri="{FF2B5EF4-FFF2-40B4-BE49-F238E27FC236}">
                <a16:creationId xmlns:a16="http://schemas.microsoft.com/office/drawing/2014/main" id="{7B4E2696-44D8-42F8-9527-CB2AABC5090B}"/>
              </a:ext>
            </a:extLst>
          </p:cNvPr>
          <p:cNvGrpSpPr/>
          <p:nvPr/>
        </p:nvGrpSpPr>
        <p:grpSpPr>
          <a:xfrm>
            <a:off x="6432355" y="1140149"/>
            <a:ext cx="5248656" cy="2574733"/>
            <a:chOff x="6773443" y="1265274"/>
            <a:chExt cx="5248656" cy="2574733"/>
          </a:xfrm>
        </p:grpSpPr>
        <p:sp>
          <p:nvSpPr>
            <p:cNvPr id="15" name="Rectangle 14">
              <a:extLst>
                <a:ext uri="{FF2B5EF4-FFF2-40B4-BE49-F238E27FC236}">
                  <a16:creationId xmlns:a16="http://schemas.microsoft.com/office/drawing/2014/main" id="{2696E347-4418-4E71-9046-983E415B6838}"/>
                </a:ext>
              </a:extLst>
            </p:cNvPr>
            <p:cNvSpPr/>
            <p:nvPr/>
          </p:nvSpPr>
          <p:spPr>
            <a:xfrm>
              <a:off x="6773443" y="1265274"/>
              <a:ext cx="5248656" cy="2296909"/>
            </a:xfrm>
            <a:prstGeom prst="rect">
              <a:avLst/>
            </a:prstGeom>
            <a:solidFill>
              <a:srgbClr val="FCFF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endParaRPr lang="en-US" sz="1400" dirty="0">
                <a:solidFill>
                  <a:schemeClr val="tx1"/>
                </a:solidFill>
              </a:endParaRPr>
            </a:p>
          </p:txBody>
        </p:sp>
        <p:sp>
          <p:nvSpPr>
            <p:cNvPr id="14" name="Rectangle 13">
              <a:extLst>
                <a:ext uri="{FF2B5EF4-FFF2-40B4-BE49-F238E27FC236}">
                  <a16:creationId xmlns:a16="http://schemas.microsoft.com/office/drawing/2014/main" id="{0A989544-8DA7-45DB-9E24-CD8B053865E1}"/>
                </a:ext>
              </a:extLst>
            </p:cNvPr>
            <p:cNvSpPr/>
            <p:nvPr/>
          </p:nvSpPr>
          <p:spPr>
            <a:xfrm>
              <a:off x="6773443" y="3564362"/>
              <a:ext cx="5248656" cy="275645"/>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Autofit/>
            </a:bodyPr>
            <a:lstStyle/>
            <a:p>
              <a:pPr algn="ctr"/>
              <a:r>
                <a:rPr lang="en-US" sz="1100" dirty="0">
                  <a:solidFill>
                    <a:schemeClr val="tx1"/>
                  </a:solidFill>
                </a:rPr>
                <a:t>Visual representation of </a:t>
              </a:r>
              <a:r>
                <a:rPr lang="en-US" sz="1100" b="1" dirty="0">
                  <a:solidFill>
                    <a:schemeClr val="tx1"/>
                  </a:solidFill>
                </a:rPr>
                <a:t>ARIMA (1,1,1) </a:t>
              </a:r>
              <a:r>
                <a:rPr lang="en-US" sz="1100" dirty="0">
                  <a:solidFill>
                    <a:schemeClr val="tx1"/>
                  </a:solidFill>
                </a:rPr>
                <a:t>actual vs forecast</a:t>
              </a:r>
            </a:p>
          </p:txBody>
        </p:sp>
      </p:grpSp>
      <p:grpSp>
        <p:nvGrpSpPr>
          <p:cNvPr id="17" name="Group 16">
            <a:extLst>
              <a:ext uri="{FF2B5EF4-FFF2-40B4-BE49-F238E27FC236}">
                <a16:creationId xmlns:a16="http://schemas.microsoft.com/office/drawing/2014/main" id="{0CEC5F07-2A11-4E12-BD2F-AB9BCA06AF1E}"/>
              </a:ext>
            </a:extLst>
          </p:cNvPr>
          <p:cNvGrpSpPr/>
          <p:nvPr/>
        </p:nvGrpSpPr>
        <p:grpSpPr>
          <a:xfrm>
            <a:off x="6443240" y="4014143"/>
            <a:ext cx="5248656" cy="2574733"/>
            <a:chOff x="6773443" y="1265274"/>
            <a:chExt cx="5248656" cy="2574733"/>
          </a:xfrm>
        </p:grpSpPr>
        <p:sp>
          <p:nvSpPr>
            <p:cNvPr id="18" name="Rectangle 17">
              <a:extLst>
                <a:ext uri="{FF2B5EF4-FFF2-40B4-BE49-F238E27FC236}">
                  <a16:creationId xmlns:a16="http://schemas.microsoft.com/office/drawing/2014/main" id="{1EF49A7E-9CBA-48EF-991E-AE205DA31555}"/>
                </a:ext>
              </a:extLst>
            </p:cNvPr>
            <p:cNvSpPr/>
            <p:nvPr/>
          </p:nvSpPr>
          <p:spPr>
            <a:xfrm>
              <a:off x="6773443" y="1265274"/>
              <a:ext cx="5248656" cy="2296909"/>
            </a:xfrm>
            <a:prstGeom prst="rect">
              <a:avLst/>
            </a:prstGeom>
            <a:solidFill>
              <a:srgbClr val="FCFF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endParaRPr lang="en-US" sz="1400" dirty="0">
                <a:solidFill>
                  <a:schemeClr val="tx1"/>
                </a:solidFill>
              </a:endParaRPr>
            </a:p>
          </p:txBody>
        </p:sp>
        <p:sp>
          <p:nvSpPr>
            <p:cNvPr id="19" name="Rectangle 18">
              <a:extLst>
                <a:ext uri="{FF2B5EF4-FFF2-40B4-BE49-F238E27FC236}">
                  <a16:creationId xmlns:a16="http://schemas.microsoft.com/office/drawing/2014/main" id="{878CE11F-641D-49A1-9DC5-D329180BDD9B}"/>
                </a:ext>
              </a:extLst>
            </p:cNvPr>
            <p:cNvSpPr/>
            <p:nvPr/>
          </p:nvSpPr>
          <p:spPr>
            <a:xfrm>
              <a:off x="6773443" y="3564362"/>
              <a:ext cx="5248656" cy="275645"/>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Autofit/>
            </a:bodyPr>
            <a:lstStyle/>
            <a:p>
              <a:pPr algn="ctr"/>
              <a:r>
                <a:rPr lang="en-US" sz="1100" dirty="0">
                  <a:solidFill>
                    <a:schemeClr val="tx1"/>
                  </a:solidFill>
                </a:rPr>
                <a:t>Visual representation of </a:t>
              </a:r>
              <a:r>
                <a:rPr lang="en-US" sz="1100" b="1" dirty="0">
                  <a:solidFill>
                    <a:schemeClr val="tx1"/>
                  </a:solidFill>
                </a:rPr>
                <a:t>ARIMA (0,1,0)</a:t>
              </a:r>
              <a:r>
                <a:rPr lang="en-US" sz="1100" dirty="0">
                  <a:solidFill>
                    <a:schemeClr val="tx1"/>
                  </a:solidFill>
                </a:rPr>
                <a:t> actual vs forecast</a:t>
              </a:r>
            </a:p>
          </p:txBody>
        </p:sp>
      </p:grpSp>
      <p:sp>
        <p:nvSpPr>
          <p:cNvPr id="2" name="Rectangle 1">
            <a:extLst>
              <a:ext uri="{FF2B5EF4-FFF2-40B4-BE49-F238E27FC236}">
                <a16:creationId xmlns:a16="http://schemas.microsoft.com/office/drawing/2014/main" id="{43A170C1-85F2-46A6-B422-38F68DF99384}"/>
              </a:ext>
            </a:extLst>
          </p:cNvPr>
          <p:cNvSpPr/>
          <p:nvPr/>
        </p:nvSpPr>
        <p:spPr>
          <a:xfrm>
            <a:off x="367863" y="60728"/>
            <a:ext cx="11456274" cy="10930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3600" dirty="0">
                <a:solidFill>
                  <a:schemeClr val="tx1"/>
                </a:solidFill>
              </a:rPr>
              <a:t>Results and Analysis: ARIMA (</a:t>
            </a:r>
            <a:r>
              <a:rPr lang="en-US" sz="3600" dirty="0" err="1">
                <a:solidFill>
                  <a:schemeClr val="tx1"/>
                </a:solidFill>
              </a:rPr>
              <a:t>p,d,q</a:t>
            </a:r>
            <a:r>
              <a:rPr lang="en-US" sz="3600" dirty="0">
                <a:solidFill>
                  <a:schemeClr val="tx1"/>
                </a:solidFill>
              </a:rPr>
              <a:t>)</a:t>
            </a:r>
            <a:endParaRPr lang="en-IN" sz="3600" dirty="0">
              <a:solidFill>
                <a:schemeClr val="tx1"/>
              </a:solidFill>
            </a:endParaRPr>
          </a:p>
        </p:txBody>
      </p:sp>
      <p:graphicFrame>
        <p:nvGraphicFramePr>
          <p:cNvPr id="4" name="Table 3">
            <a:extLst>
              <a:ext uri="{FF2B5EF4-FFF2-40B4-BE49-F238E27FC236}">
                <a16:creationId xmlns:a16="http://schemas.microsoft.com/office/drawing/2014/main" id="{58529CF3-26C7-42D4-928F-D1FB64605892}"/>
              </a:ext>
            </a:extLst>
          </p:cNvPr>
          <p:cNvGraphicFramePr>
            <a:graphicFrameLocks noGrp="1"/>
          </p:cNvGraphicFramePr>
          <p:nvPr>
            <p:extLst>
              <p:ext uri="{D42A27DB-BD31-4B8C-83A1-F6EECF244321}">
                <p14:modId xmlns:p14="http://schemas.microsoft.com/office/powerpoint/2010/main" val="1621755363"/>
              </p:ext>
            </p:extLst>
          </p:nvPr>
        </p:nvGraphicFramePr>
        <p:xfrm>
          <a:off x="413582" y="3364778"/>
          <a:ext cx="5394960" cy="1576061"/>
        </p:xfrm>
        <a:graphic>
          <a:graphicData uri="http://schemas.openxmlformats.org/drawingml/2006/table">
            <a:tbl>
              <a:tblPr>
                <a:tableStyleId>{5C22544A-7EE6-4342-B048-85BDC9FD1C3A}</a:tableStyleId>
              </a:tblPr>
              <a:tblGrid>
                <a:gridCol w="1920240">
                  <a:extLst>
                    <a:ext uri="{9D8B030D-6E8A-4147-A177-3AD203B41FA5}">
                      <a16:colId xmlns:a16="http://schemas.microsoft.com/office/drawing/2014/main" val="4270648373"/>
                    </a:ext>
                  </a:extLst>
                </a:gridCol>
                <a:gridCol w="1005840">
                  <a:extLst>
                    <a:ext uri="{9D8B030D-6E8A-4147-A177-3AD203B41FA5}">
                      <a16:colId xmlns:a16="http://schemas.microsoft.com/office/drawing/2014/main" val="3379686830"/>
                    </a:ext>
                  </a:extLst>
                </a:gridCol>
                <a:gridCol w="1463040">
                  <a:extLst>
                    <a:ext uri="{9D8B030D-6E8A-4147-A177-3AD203B41FA5}">
                      <a16:colId xmlns:a16="http://schemas.microsoft.com/office/drawing/2014/main" val="1178285542"/>
                    </a:ext>
                  </a:extLst>
                </a:gridCol>
                <a:gridCol w="1005840">
                  <a:extLst>
                    <a:ext uri="{9D8B030D-6E8A-4147-A177-3AD203B41FA5}">
                      <a16:colId xmlns:a16="http://schemas.microsoft.com/office/drawing/2014/main" val="3616544910"/>
                    </a:ext>
                  </a:extLst>
                </a:gridCol>
              </a:tblGrid>
              <a:tr h="423917">
                <a:tc>
                  <a:txBody>
                    <a:bodyPr/>
                    <a:lstStyle/>
                    <a:p>
                      <a:pPr algn="l" fontAlgn="ctr"/>
                      <a:r>
                        <a:rPr lang="en-IN" sz="1400" u="none" strike="noStrike" dirty="0">
                          <a:effectLst/>
                          <a:latin typeface="+mn-lt"/>
                        </a:rPr>
                        <a:t> </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IN" sz="1400" b="1" u="none" strike="noStrike" dirty="0">
                          <a:effectLst/>
                          <a:latin typeface="+mn-lt"/>
                        </a:rPr>
                        <a:t>RMSE</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400" b="1" u="none" strike="noStrike" dirty="0">
                          <a:effectLst/>
                          <a:latin typeface="+mn-lt"/>
                        </a:rPr>
                        <a:t>MSE</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400" b="1" u="none" strike="noStrike" dirty="0">
                          <a:effectLst/>
                          <a:latin typeface="+mn-lt"/>
                        </a:rPr>
                        <a:t>MAE</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3819156"/>
                  </a:ext>
                </a:extLst>
              </a:tr>
              <a:tr h="576072">
                <a:tc>
                  <a:txBody>
                    <a:bodyPr/>
                    <a:lstStyle/>
                    <a:p>
                      <a:pPr algn="l" fontAlgn="ctr"/>
                      <a:r>
                        <a:rPr lang="en-IN" sz="1400" b="1" u="none" strike="noStrike" dirty="0">
                          <a:effectLst/>
                          <a:latin typeface="+mn-lt"/>
                        </a:rPr>
                        <a:t>ARIMA(1,1,1)</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fontAlgn="ctr"/>
                      <a:r>
                        <a:rPr lang="en-IN" sz="1400" u="none" strike="noStrike" dirty="0">
                          <a:effectLst/>
                          <a:latin typeface="+mn-lt"/>
                        </a:rPr>
                        <a:t>599.682</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fontAlgn="ctr"/>
                      <a:r>
                        <a:rPr lang="en-IN" sz="1400" u="none" strike="noStrike" dirty="0">
                          <a:effectLst/>
                          <a:latin typeface="+mn-lt"/>
                        </a:rPr>
                        <a:t>359620</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fontAlgn="ctr"/>
                      <a:r>
                        <a:rPr lang="en-IN" sz="1400" u="none" strike="noStrike" dirty="0">
                          <a:effectLst/>
                          <a:latin typeface="+mn-lt"/>
                        </a:rPr>
                        <a:t>437.961</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246166749"/>
                  </a:ext>
                </a:extLst>
              </a:tr>
              <a:tr h="576072">
                <a:tc>
                  <a:txBody>
                    <a:bodyPr/>
                    <a:lstStyle/>
                    <a:p>
                      <a:pPr algn="l" fontAlgn="ctr"/>
                      <a:r>
                        <a:rPr lang="en-IN" sz="1400" b="1" u="none" strike="noStrike" dirty="0">
                          <a:effectLst/>
                          <a:latin typeface="+mn-lt"/>
                        </a:rPr>
                        <a:t>ARIMA(0,1,0)</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IN" sz="1400" u="none" strike="noStrike" dirty="0">
                          <a:effectLst/>
                          <a:latin typeface="+mn-lt"/>
                        </a:rPr>
                        <a:t>560.169</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IN" sz="1400" u="none" strike="noStrike" dirty="0">
                          <a:effectLst/>
                          <a:latin typeface="+mn-lt"/>
                        </a:rPr>
                        <a:t>313790</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IN" sz="1400" u="none" strike="noStrike" dirty="0">
                          <a:effectLst/>
                          <a:latin typeface="+mn-lt"/>
                        </a:rPr>
                        <a:t>400.169</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081765419"/>
                  </a:ext>
                </a:extLst>
              </a:tr>
            </a:tbl>
          </a:graphicData>
        </a:graphic>
      </p:graphicFrame>
      <p:sp>
        <p:nvSpPr>
          <p:cNvPr id="3" name="Rectangle 2">
            <a:extLst>
              <a:ext uri="{FF2B5EF4-FFF2-40B4-BE49-F238E27FC236}">
                <a16:creationId xmlns:a16="http://schemas.microsoft.com/office/drawing/2014/main" id="{B9806A99-ADA7-41F9-A9DA-E16509BD30B5}"/>
              </a:ext>
            </a:extLst>
          </p:cNvPr>
          <p:cNvSpPr/>
          <p:nvPr/>
        </p:nvSpPr>
        <p:spPr>
          <a:xfrm>
            <a:off x="367862" y="1563705"/>
            <a:ext cx="5486400" cy="15053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r>
              <a:rPr lang="en-US" dirty="0">
                <a:solidFill>
                  <a:schemeClr val="tx1"/>
                </a:solidFill>
              </a:rPr>
              <a:t>ADF test confirmed that the data became stationary in first differencing </a:t>
            </a:r>
            <a:r>
              <a:rPr lang="en-US" b="1" dirty="0">
                <a:solidFill>
                  <a:schemeClr val="tx1"/>
                </a:solidFill>
              </a:rPr>
              <a:t>(d=1)</a:t>
            </a:r>
            <a:endParaRPr lang="en-US" dirty="0">
              <a:solidFill>
                <a:schemeClr val="tx1"/>
              </a:solidFill>
            </a:endParaRPr>
          </a:p>
          <a:p>
            <a:pPr>
              <a:spcAft>
                <a:spcPts val="1200"/>
              </a:spcAft>
            </a:pPr>
            <a:r>
              <a:rPr lang="en-US" dirty="0">
                <a:solidFill>
                  <a:schemeClr val="tx1"/>
                </a:solidFill>
              </a:rPr>
              <a:t>Based on lowest AIC and BIC scores, </a:t>
            </a:r>
            <a:r>
              <a:rPr lang="en-US" b="1" dirty="0">
                <a:solidFill>
                  <a:schemeClr val="tx1"/>
                </a:solidFill>
              </a:rPr>
              <a:t>ARIMA (1,1,1) </a:t>
            </a:r>
            <a:r>
              <a:rPr lang="en-US" dirty="0">
                <a:solidFill>
                  <a:schemeClr val="tx1"/>
                </a:solidFill>
              </a:rPr>
              <a:t>and </a:t>
            </a:r>
            <a:r>
              <a:rPr lang="en-US" b="1" dirty="0">
                <a:solidFill>
                  <a:schemeClr val="tx1"/>
                </a:solidFill>
              </a:rPr>
              <a:t>ARIMA (0,1,0) </a:t>
            </a:r>
            <a:r>
              <a:rPr lang="en-US" dirty="0">
                <a:solidFill>
                  <a:schemeClr val="tx1"/>
                </a:solidFill>
              </a:rPr>
              <a:t>were selected.</a:t>
            </a:r>
          </a:p>
        </p:txBody>
      </p:sp>
      <p:sp>
        <p:nvSpPr>
          <p:cNvPr id="6" name="Rectangle 5">
            <a:extLst>
              <a:ext uri="{FF2B5EF4-FFF2-40B4-BE49-F238E27FC236}">
                <a16:creationId xmlns:a16="http://schemas.microsoft.com/office/drawing/2014/main" id="{422075CF-600A-40B1-A9CE-F71E3AC48B42}"/>
              </a:ext>
            </a:extLst>
          </p:cNvPr>
          <p:cNvSpPr/>
          <p:nvPr/>
        </p:nvSpPr>
        <p:spPr>
          <a:xfrm>
            <a:off x="367862" y="5369910"/>
            <a:ext cx="5486400" cy="12215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r>
              <a:rPr lang="en-US" dirty="0">
                <a:solidFill>
                  <a:schemeClr val="tx1"/>
                </a:solidFill>
              </a:rPr>
              <a:t>Both models performed poorly. The identical results indicated that ARIMA is fundamentally incapable of capturing the patterns in the FTSE 100 data.</a:t>
            </a:r>
          </a:p>
        </p:txBody>
      </p:sp>
      <p:pic>
        <p:nvPicPr>
          <p:cNvPr id="9" name="Picture 8">
            <a:extLst>
              <a:ext uri="{FF2B5EF4-FFF2-40B4-BE49-F238E27FC236}">
                <a16:creationId xmlns:a16="http://schemas.microsoft.com/office/drawing/2014/main" id="{6FC340FF-6C3F-49EC-876D-9E8F750FA16F}"/>
              </a:ext>
            </a:extLst>
          </p:cNvPr>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632826" y="1214209"/>
            <a:ext cx="4847714" cy="2092020"/>
          </a:xfrm>
          <a:prstGeom prst="rect">
            <a:avLst/>
          </a:prstGeom>
          <a:noFill/>
          <a:ln>
            <a:noFill/>
          </a:ln>
        </p:spPr>
      </p:pic>
      <p:pic>
        <p:nvPicPr>
          <p:cNvPr id="10" name="Picture 9">
            <a:extLst>
              <a:ext uri="{FF2B5EF4-FFF2-40B4-BE49-F238E27FC236}">
                <a16:creationId xmlns:a16="http://schemas.microsoft.com/office/drawing/2014/main" id="{E95BAAF2-D538-4C1D-99EA-D5CBF207C231}"/>
              </a:ext>
            </a:extLst>
          </p:cNvPr>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621209" y="4080508"/>
            <a:ext cx="4870948" cy="2119854"/>
          </a:xfrm>
          <a:prstGeom prst="rect">
            <a:avLst/>
          </a:prstGeom>
          <a:noFill/>
          <a:ln>
            <a:noFill/>
          </a:ln>
        </p:spPr>
      </p:pic>
    </p:spTree>
    <p:extLst>
      <p:ext uri="{BB962C8B-B14F-4D97-AF65-F5344CB8AC3E}">
        <p14:creationId xmlns:p14="http://schemas.microsoft.com/office/powerpoint/2010/main" val="3291971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7B4E2696-44D8-42F8-9527-CB2AABC5090B}"/>
              </a:ext>
            </a:extLst>
          </p:cNvPr>
          <p:cNvGrpSpPr/>
          <p:nvPr/>
        </p:nvGrpSpPr>
        <p:grpSpPr>
          <a:xfrm>
            <a:off x="6432355" y="1140149"/>
            <a:ext cx="5248656" cy="2574733"/>
            <a:chOff x="6773443" y="1265274"/>
            <a:chExt cx="5248656" cy="2574733"/>
          </a:xfrm>
        </p:grpSpPr>
        <p:sp>
          <p:nvSpPr>
            <p:cNvPr id="15" name="Rectangle 14">
              <a:extLst>
                <a:ext uri="{FF2B5EF4-FFF2-40B4-BE49-F238E27FC236}">
                  <a16:creationId xmlns:a16="http://schemas.microsoft.com/office/drawing/2014/main" id="{2696E347-4418-4E71-9046-983E415B6838}"/>
                </a:ext>
              </a:extLst>
            </p:cNvPr>
            <p:cNvSpPr/>
            <p:nvPr/>
          </p:nvSpPr>
          <p:spPr>
            <a:xfrm>
              <a:off x="6773443" y="1265274"/>
              <a:ext cx="5248656" cy="2296909"/>
            </a:xfrm>
            <a:prstGeom prst="rect">
              <a:avLst/>
            </a:prstGeom>
            <a:solidFill>
              <a:srgbClr val="FCFF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endParaRPr lang="en-US" sz="1400" dirty="0">
                <a:solidFill>
                  <a:schemeClr val="tx1"/>
                </a:solidFill>
              </a:endParaRPr>
            </a:p>
          </p:txBody>
        </p:sp>
        <p:sp>
          <p:nvSpPr>
            <p:cNvPr id="14" name="Rectangle 13">
              <a:extLst>
                <a:ext uri="{FF2B5EF4-FFF2-40B4-BE49-F238E27FC236}">
                  <a16:creationId xmlns:a16="http://schemas.microsoft.com/office/drawing/2014/main" id="{0A989544-8DA7-45DB-9E24-CD8B053865E1}"/>
                </a:ext>
              </a:extLst>
            </p:cNvPr>
            <p:cNvSpPr/>
            <p:nvPr/>
          </p:nvSpPr>
          <p:spPr>
            <a:xfrm>
              <a:off x="6773443" y="3564362"/>
              <a:ext cx="5248656" cy="275645"/>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Autofit/>
            </a:bodyPr>
            <a:lstStyle/>
            <a:p>
              <a:pPr algn="ctr"/>
              <a:r>
                <a:rPr lang="en-US" sz="1100" dirty="0">
                  <a:solidFill>
                    <a:schemeClr val="tx1"/>
                  </a:solidFill>
                </a:rPr>
                <a:t>Visual representation of </a:t>
              </a:r>
              <a:r>
                <a:rPr lang="en-US" sz="1100" b="1" dirty="0">
                  <a:solidFill>
                    <a:schemeClr val="tx1"/>
                  </a:solidFill>
                </a:rPr>
                <a:t>SARIMA (1,1,1)(2,1,0)[5] </a:t>
              </a:r>
              <a:r>
                <a:rPr lang="en-US" sz="1100" dirty="0">
                  <a:solidFill>
                    <a:schemeClr val="tx1"/>
                  </a:solidFill>
                </a:rPr>
                <a:t>actual vs forecast</a:t>
              </a:r>
            </a:p>
          </p:txBody>
        </p:sp>
      </p:grpSp>
      <p:grpSp>
        <p:nvGrpSpPr>
          <p:cNvPr id="17" name="Group 16">
            <a:extLst>
              <a:ext uri="{FF2B5EF4-FFF2-40B4-BE49-F238E27FC236}">
                <a16:creationId xmlns:a16="http://schemas.microsoft.com/office/drawing/2014/main" id="{0CEC5F07-2A11-4E12-BD2F-AB9BCA06AF1E}"/>
              </a:ext>
            </a:extLst>
          </p:cNvPr>
          <p:cNvGrpSpPr/>
          <p:nvPr/>
        </p:nvGrpSpPr>
        <p:grpSpPr>
          <a:xfrm>
            <a:off x="6443240" y="4014143"/>
            <a:ext cx="5248656" cy="2574733"/>
            <a:chOff x="6773443" y="1265274"/>
            <a:chExt cx="5248656" cy="2574733"/>
          </a:xfrm>
        </p:grpSpPr>
        <p:sp>
          <p:nvSpPr>
            <p:cNvPr id="18" name="Rectangle 17">
              <a:extLst>
                <a:ext uri="{FF2B5EF4-FFF2-40B4-BE49-F238E27FC236}">
                  <a16:creationId xmlns:a16="http://schemas.microsoft.com/office/drawing/2014/main" id="{1EF49A7E-9CBA-48EF-991E-AE205DA31555}"/>
                </a:ext>
              </a:extLst>
            </p:cNvPr>
            <p:cNvSpPr/>
            <p:nvPr/>
          </p:nvSpPr>
          <p:spPr>
            <a:xfrm>
              <a:off x="6773443" y="1265274"/>
              <a:ext cx="5248656" cy="2296909"/>
            </a:xfrm>
            <a:prstGeom prst="rect">
              <a:avLst/>
            </a:prstGeom>
            <a:solidFill>
              <a:srgbClr val="FCFF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endParaRPr lang="en-US" sz="1400" dirty="0">
                <a:solidFill>
                  <a:schemeClr val="tx1"/>
                </a:solidFill>
              </a:endParaRPr>
            </a:p>
          </p:txBody>
        </p:sp>
        <p:sp>
          <p:nvSpPr>
            <p:cNvPr id="19" name="Rectangle 18">
              <a:extLst>
                <a:ext uri="{FF2B5EF4-FFF2-40B4-BE49-F238E27FC236}">
                  <a16:creationId xmlns:a16="http://schemas.microsoft.com/office/drawing/2014/main" id="{878CE11F-641D-49A1-9DC5-D329180BDD9B}"/>
                </a:ext>
              </a:extLst>
            </p:cNvPr>
            <p:cNvSpPr/>
            <p:nvPr/>
          </p:nvSpPr>
          <p:spPr>
            <a:xfrm>
              <a:off x="6773443" y="3564362"/>
              <a:ext cx="5248656" cy="275645"/>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Autofit/>
            </a:bodyPr>
            <a:lstStyle/>
            <a:p>
              <a:pPr algn="ctr"/>
              <a:r>
                <a:rPr lang="en-US" sz="1100" dirty="0">
                  <a:solidFill>
                    <a:schemeClr val="tx1"/>
                  </a:solidFill>
                </a:rPr>
                <a:t>Visual representation of </a:t>
              </a:r>
              <a:r>
                <a:rPr lang="en-US" sz="1100" b="1" dirty="0">
                  <a:solidFill>
                    <a:schemeClr val="tx1"/>
                  </a:solidFill>
                </a:rPr>
                <a:t>SARIMA (0,1,0)(2,1,0)[5]</a:t>
              </a:r>
              <a:r>
                <a:rPr lang="en-US" sz="1100" dirty="0">
                  <a:solidFill>
                    <a:schemeClr val="tx1"/>
                  </a:solidFill>
                </a:rPr>
                <a:t> actual vs forecast</a:t>
              </a:r>
            </a:p>
          </p:txBody>
        </p:sp>
      </p:grpSp>
      <p:sp>
        <p:nvSpPr>
          <p:cNvPr id="5" name="Rectangle: Rounded Corners 4">
            <a:extLst>
              <a:ext uri="{FF2B5EF4-FFF2-40B4-BE49-F238E27FC236}">
                <a16:creationId xmlns:a16="http://schemas.microsoft.com/office/drawing/2014/main" id="{BD212251-E5B1-475E-92E9-1F519E047B08}"/>
              </a:ext>
            </a:extLst>
          </p:cNvPr>
          <p:cNvSpPr/>
          <p:nvPr/>
        </p:nvSpPr>
        <p:spPr>
          <a:xfrm>
            <a:off x="367862" y="3239706"/>
            <a:ext cx="5486400" cy="1826204"/>
          </a:xfrm>
          <a:prstGeom prst="roundRect">
            <a:avLst>
              <a:gd name="adj" fmla="val 9469"/>
            </a:avLst>
          </a:prstGeom>
          <a:solidFill>
            <a:srgbClr val="FCFFDD"/>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endParaRPr lang="en-US" dirty="0">
              <a:solidFill>
                <a:schemeClr val="tx1"/>
              </a:solidFill>
            </a:endParaRPr>
          </a:p>
        </p:txBody>
      </p:sp>
      <p:sp>
        <p:nvSpPr>
          <p:cNvPr id="2" name="Rectangle 1">
            <a:extLst>
              <a:ext uri="{FF2B5EF4-FFF2-40B4-BE49-F238E27FC236}">
                <a16:creationId xmlns:a16="http://schemas.microsoft.com/office/drawing/2014/main" id="{43A170C1-85F2-46A6-B422-38F68DF99384}"/>
              </a:ext>
            </a:extLst>
          </p:cNvPr>
          <p:cNvSpPr/>
          <p:nvPr/>
        </p:nvSpPr>
        <p:spPr>
          <a:xfrm>
            <a:off x="367863" y="60728"/>
            <a:ext cx="11456274" cy="10930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3600" dirty="0">
                <a:solidFill>
                  <a:schemeClr val="tx1"/>
                </a:solidFill>
              </a:rPr>
              <a:t>Results and Analysis: SARIMA (p,d,q)(P,D,Q)m</a:t>
            </a:r>
            <a:endParaRPr lang="en-IN" sz="3600" dirty="0">
              <a:solidFill>
                <a:schemeClr val="tx1"/>
              </a:solidFill>
            </a:endParaRPr>
          </a:p>
        </p:txBody>
      </p:sp>
      <p:graphicFrame>
        <p:nvGraphicFramePr>
          <p:cNvPr id="4" name="Table 3">
            <a:extLst>
              <a:ext uri="{FF2B5EF4-FFF2-40B4-BE49-F238E27FC236}">
                <a16:creationId xmlns:a16="http://schemas.microsoft.com/office/drawing/2014/main" id="{58529CF3-26C7-42D4-928F-D1FB64605892}"/>
              </a:ext>
            </a:extLst>
          </p:cNvPr>
          <p:cNvGraphicFramePr>
            <a:graphicFrameLocks noGrp="1"/>
          </p:cNvGraphicFramePr>
          <p:nvPr>
            <p:extLst>
              <p:ext uri="{D42A27DB-BD31-4B8C-83A1-F6EECF244321}">
                <p14:modId xmlns:p14="http://schemas.microsoft.com/office/powerpoint/2010/main" val="1458905887"/>
              </p:ext>
            </p:extLst>
          </p:nvPr>
        </p:nvGraphicFramePr>
        <p:xfrm>
          <a:off x="413582" y="3364778"/>
          <a:ext cx="5394960" cy="1576061"/>
        </p:xfrm>
        <a:graphic>
          <a:graphicData uri="http://schemas.openxmlformats.org/drawingml/2006/table">
            <a:tbl>
              <a:tblPr>
                <a:tableStyleId>{5C22544A-7EE6-4342-B048-85BDC9FD1C3A}</a:tableStyleId>
              </a:tblPr>
              <a:tblGrid>
                <a:gridCol w="1920240">
                  <a:extLst>
                    <a:ext uri="{9D8B030D-6E8A-4147-A177-3AD203B41FA5}">
                      <a16:colId xmlns:a16="http://schemas.microsoft.com/office/drawing/2014/main" val="4270648373"/>
                    </a:ext>
                  </a:extLst>
                </a:gridCol>
                <a:gridCol w="1005840">
                  <a:extLst>
                    <a:ext uri="{9D8B030D-6E8A-4147-A177-3AD203B41FA5}">
                      <a16:colId xmlns:a16="http://schemas.microsoft.com/office/drawing/2014/main" val="3379686830"/>
                    </a:ext>
                  </a:extLst>
                </a:gridCol>
                <a:gridCol w="1463040">
                  <a:extLst>
                    <a:ext uri="{9D8B030D-6E8A-4147-A177-3AD203B41FA5}">
                      <a16:colId xmlns:a16="http://schemas.microsoft.com/office/drawing/2014/main" val="1178285542"/>
                    </a:ext>
                  </a:extLst>
                </a:gridCol>
                <a:gridCol w="1005840">
                  <a:extLst>
                    <a:ext uri="{9D8B030D-6E8A-4147-A177-3AD203B41FA5}">
                      <a16:colId xmlns:a16="http://schemas.microsoft.com/office/drawing/2014/main" val="3616544910"/>
                    </a:ext>
                  </a:extLst>
                </a:gridCol>
              </a:tblGrid>
              <a:tr h="423917">
                <a:tc>
                  <a:txBody>
                    <a:bodyPr/>
                    <a:lstStyle/>
                    <a:p>
                      <a:pPr algn="l" fontAlgn="ctr"/>
                      <a:r>
                        <a:rPr lang="en-IN" sz="1400" u="none" strike="noStrike" dirty="0">
                          <a:effectLst/>
                          <a:latin typeface="+mn-lt"/>
                        </a:rPr>
                        <a:t> </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IN" sz="1400" b="1" u="none" strike="noStrike" dirty="0">
                          <a:effectLst/>
                          <a:latin typeface="+mn-lt"/>
                        </a:rPr>
                        <a:t>RMSE</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400" b="1" u="none" strike="noStrike" dirty="0">
                          <a:effectLst/>
                          <a:latin typeface="+mn-lt"/>
                        </a:rPr>
                        <a:t>MSE</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400" b="1" u="none" strike="noStrike" dirty="0">
                          <a:effectLst/>
                          <a:latin typeface="+mn-lt"/>
                        </a:rPr>
                        <a:t>MAE</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3819156"/>
                  </a:ext>
                </a:extLst>
              </a:tr>
              <a:tr h="576072">
                <a:tc>
                  <a:txBody>
                    <a:bodyPr/>
                    <a:lstStyle/>
                    <a:p>
                      <a:pPr algn="l" fontAlgn="ctr"/>
                      <a:r>
                        <a:rPr lang="en-IN" sz="1400" b="1" u="none" strike="noStrike" dirty="0">
                          <a:effectLst/>
                          <a:latin typeface="+mn-lt"/>
                        </a:rPr>
                        <a:t>SARIMA</a:t>
                      </a:r>
                      <a:br>
                        <a:rPr lang="en-IN" sz="1400" b="1" u="none" strike="noStrike" dirty="0">
                          <a:effectLst/>
                          <a:latin typeface="+mn-lt"/>
                        </a:rPr>
                      </a:br>
                      <a:r>
                        <a:rPr lang="en-IN" sz="1400" b="1" u="none" strike="noStrike" dirty="0">
                          <a:effectLst/>
                          <a:latin typeface="+mn-lt"/>
                        </a:rPr>
                        <a:t>(1,1,1)(2,1,0)[5]</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fontAlgn="ctr"/>
                      <a:r>
                        <a:rPr lang="en-IN" sz="1400" u="none" strike="noStrike" dirty="0">
                          <a:effectLst/>
                          <a:latin typeface="+mn-lt"/>
                        </a:rPr>
                        <a:t>3764.267</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fontAlgn="ctr"/>
                      <a:r>
                        <a:rPr lang="en-IN" sz="1400" u="none" strike="noStrike" dirty="0">
                          <a:effectLst/>
                          <a:latin typeface="+mn-lt"/>
                        </a:rPr>
                        <a:t>14169708.443</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fontAlgn="ctr"/>
                      <a:r>
                        <a:rPr lang="en-IN" sz="1400" u="none" strike="noStrike" dirty="0">
                          <a:effectLst/>
                          <a:latin typeface="+mn-lt"/>
                        </a:rPr>
                        <a:t>3175.984</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246166749"/>
                  </a:ext>
                </a:extLst>
              </a:tr>
              <a:tr h="576072">
                <a:tc>
                  <a:txBody>
                    <a:bodyPr/>
                    <a:lstStyle/>
                    <a:p>
                      <a:pPr algn="l" fontAlgn="ctr"/>
                      <a:r>
                        <a:rPr lang="en-IN" sz="1400" b="1" u="none" strike="noStrike" dirty="0">
                          <a:effectLst/>
                          <a:latin typeface="+mn-lt"/>
                        </a:rPr>
                        <a:t>SARIMA</a:t>
                      </a:r>
                      <a:br>
                        <a:rPr lang="en-IN" sz="1400" b="1" u="none" strike="noStrike" dirty="0">
                          <a:effectLst/>
                          <a:latin typeface="+mn-lt"/>
                        </a:rPr>
                      </a:br>
                      <a:r>
                        <a:rPr lang="en-IN" sz="1400" b="1" u="none" strike="noStrike" dirty="0">
                          <a:effectLst/>
                          <a:latin typeface="+mn-lt"/>
                        </a:rPr>
                        <a:t>(0,1,0)(2,1,0)[5]</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IN" sz="1400" u="none" strike="noStrike" dirty="0">
                          <a:effectLst/>
                          <a:latin typeface="+mn-lt"/>
                        </a:rPr>
                        <a:t>3757.375</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IN" sz="1400" u="none" strike="noStrike" dirty="0">
                          <a:effectLst/>
                          <a:latin typeface="+mn-lt"/>
                        </a:rPr>
                        <a:t>14117867.496</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IN" sz="1400" u="none" strike="noStrike" dirty="0">
                          <a:effectLst/>
                          <a:latin typeface="+mn-lt"/>
                        </a:rPr>
                        <a:t>3169.779</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081765419"/>
                  </a:ext>
                </a:extLst>
              </a:tr>
            </a:tbl>
          </a:graphicData>
        </a:graphic>
      </p:graphicFrame>
      <p:sp>
        <p:nvSpPr>
          <p:cNvPr id="3" name="Rectangle 2">
            <a:extLst>
              <a:ext uri="{FF2B5EF4-FFF2-40B4-BE49-F238E27FC236}">
                <a16:creationId xmlns:a16="http://schemas.microsoft.com/office/drawing/2014/main" id="{B9806A99-ADA7-41F9-A9DA-E16509BD30B5}"/>
              </a:ext>
            </a:extLst>
          </p:cNvPr>
          <p:cNvSpPr/>
          <p:nvPr/>
        </p:nvSpPr>
        <p:spPr>
          <a:xfrm>
            <a:off x="367862" y="1563705"/>
            <a:ext cx="5486400" cy="15539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r>
              <a:rPr lang="en-US" dirty="0">
                <a:solidFill>
                  <a:schemeClr val="tx1"/>
                </a:solidFill>
              </a:rPr>
              <a:t>Seasonality was set to 5 trading days (m=5)</a:t>
            </a:r>
          </a:p>
          <a:p>
            <a:pPr>
              <a:spcAft>
                <a:spcPts val="1200"/>
              </a:spcAft>
            </a:pPr>
            <a:r>
              <a:rPr lang="en-US" dirty="0">
                <a:solidFill>
                  <a:schemeClr val="tx1"/>
                </a:solidFill>
              </a:rPr>
              <a:t>The </a:t>
            </a:r>
            <a:r>
              <a:rPr lang="en-US" b="1" i="1" dirty="0">
                <a:solidFill>
                  <a:schemeClr val="tx1"/>
                </a:solidFill>
              </a:rPr>
              <a:t>‘pmdarima</a:t>
            </a:r>
            <a:r>
              <a:rPr lang="en-US" dirty="0">
                <a:solidFill>
                  <a:schemeClr val="tx1"/>
                </a:solidFill>
              </a:rPr>
              <a:t>’ library identified </a:t>
            </a:r>
            <a:r>
              <a:rPr lang="en-US" b="1" dirty="0">
                <a:solidFill>
                  <a:schemeClr val="tx1"/>
                </a:solidFill>
              </a:rPr>
              <a:t>SARIMA (1,1,1)(2,1,0)[5]</a:t>
            </a:r>
            <a:r>
              <a:rPr lang="en-US" dirty="0">
                <a:solidFill>
                  <a:schemeClr val="tx1"/>
                </a:solidFill>
              </a:rPr>
              <a:t> based on lowest AIC and </a:t>
            </a:r>
            <a:r>
              <a:rPr lang="en-US" b="1" dirty="0">
                <a:solidFill>
                  <a:schemeClr val="tx1"/>
                </a:solidFill>
              </a:rPr>
              <a:t>SARIMA (0,1,0)(2,1,0)[5] </a:t>
            </a:r>
            <a:r>
              <a:rPr lang="en-US" dirty="0">
                <a:solidFill>
                  <a:schemeClr val="tx1"/>
                </a:solidFill>
              </a:rPr>
              <a:t>based on lowest BIC.</a:t>
            </a:r>
          </a:p>
        </p:txBody>
      </p:sp>
      <p:sp>
        <p:nvSpPr>
          <p:cNvPr id="20" name="Rectangle 19">
            <a:extLst>
              <a:ext uri="{FF2B5EF4-FFF2-40B4-BE49-F238E27FC236}">
                <a16:creationId xmlns:a16="http://schemas.microsoft.com/office/drawing/2014/main" id="{2EE1CDC1-E0C8-4F19-922F-D2FCD7C06C0D}"/>
              </a:ext>
            </a:extLst>
          </p:cNvPr>
          <p:cNvSpPr/>
          <p:nvPr/>
        </p:nvSpPr>
        <p:spPr>
          <a:xfrm>
            <a:off x="367862" y="5369910"/>
            <a:ext cx="5486400" cy="12215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r>
              <a:rPr lang="en-US" dirty="0">
                <a:solidFill>
                  <a:schemeClr val="tx1"/>
                </a:solidFill>
              </a:rPr>
              <a:t>SARIMA performed significantly worse than </a:t>
            </a:r>
            <a:r>
              <a:rPr lang="en-US" spc="-90" dirty="0">
                <a:solidFill>
                  <a:schemeClr val="tx1"/>
                </a:solidFill>
              </a:rPr>
              <a:t>ARIMA, with error values an order of magnitude higher. The model consistently predicted values far below the actual market price.</a:t>
            </a:r>
          </a:p>
        </p:txBody>
      </p:sp>
      <p:pic>
        <p:nvPicPr>
          <p:cNvPr id="21" name="Picture 20">
            <a:extLst>
              <a:ext uri="{FF2B5EF4-FFF2-40B4-BE49-F238E27FC236}">
                <a16:creationId xmlns:a16="http://schemas.microsoft.com/office/drawing/2014/main" id="{2BCBAFBC-1367-4BA8-88D4-49F634DDB633}"/>
              </a:ext>
            </a:extLst>
          </p:cNvPr>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630677" y="1214209"/>
            <a:ext cx="4849863" cy="2093976"/>
          </a:xfrm>
          <a:prstGeom prst="rect">
            <a:avLst/>
          </a:prstGeom>
          <a:noFill/>
          <a:ln>
            <a:noFill/>
          </a:ln>
        </p:spPr>
      </p:pic>
      <p:pic>
        <p:nvPicPr>
          <p:cNvPr id="22" name="Picture 21">
            <a:extLst>
              <a:ext uri="{FF2B5EF4-FFF2-40B4-BE49-F238E27FC236}">
                <a16:creationId xmlns:a16="http://schemas.microsoft.com/office/drawing/2014/main" id="{74FD0D70-B747-40DF-B6EF-920DA949CE30}"/>
              </a:ext>
            </a:extLst>
          </p:cNvPr>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642884" y="4078954"/>
            <a:ext cx="4849273" cy="2121408"/>
          </a:xfrm>
          <a:prstGeom prst="rect">
            <a:avLst/>
          </a:prstGeom>
          <a:noFill/>
          <a:ln>
            <a:noFill/>
          </a:ln>
        </p:spPr>
      </p:pic>
    </p:spTree>
    <p:extLst>
      <p:ext uri="{BB962C8B-B14F-4D97-AF65-F5344CB8AC3E}">
        <p14:creationId xmlns:p14="http://schemas.microsoft.com/office/powerpoint/2010/main" val="961815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7B4E2696-44D8-42F8-9527-CB2AABC5090B}"/>
              </a:ext>
            </a:extLst>
          </p:cNvPr>
          <p:cNvGrpSpPr/>
          <p:nvPr/>
        </p:nvGrpSpPr>
        <p:grpSpPr>
          <a:xfrm>
            <a:off x="6432355" y="2091549"/>
            <a:ext cx="5248656" cy="3588757"/>
            <a:chOff x="6773443" y="251250"/>
            <a:chExt cx="5248656" cy="3588757"/>
          </a:xfrm>
        </p:grpSpPr>
        <p:sp>
          <p:nvSpPr>
            <p:cNvPr id="15" name="Rectangle 14">
              <a:extLst>
                <a:ext uri="{FF2B5EF4-FFF2-40B4-BE49-F238E27FC236}">
                  <a16:creationId xmlns:a16="http://schemas.microsoft.com/office/drawing/2014/main" id="{2696E347-4418-4E71-9046-983E415B6838}"/>
                </a:ext>
              </a:extLst>
            </p:cNvPr>
            <p:cNvSpPr/>
            <p:nvPr/>
          </p:nvSpPr>
          <p:spPr>
            <a:xfrm>
              <a:off x="6773443" y="251250"/>
              <a:ext cx="5248656" cy="3310934"/>
            </a:xfrm>
            <a:prstGeom prst="rect">
              <a:avLst/>
            </a:prstGeom>
            <a:solidFill>
              <a:srgbClr val="FCFF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endParaRPr lang="en-US" sz="1400" dirty="0">
                <a:solidFill>
                  <a:schemeClr val="tx1"/>
                </a:solidFill>
              </a:endParaRPr>
            </a:p>
          </p:txBody>
        </p:sp>
        <p:sp>
          <p:nvSpPr>
            <p:cNvPr id="14" name="Rectangle 13">
              <a:extLst>
                <a:ext uri="{FF2B5EF4-FFF2-40B4-BE49-F238E27FC236}">
                  <a16:creationId xmlns:a16="http://schemas.microsoft.com/office/drawing/2014/main" id="{0A989544-8DA7-45DB-9E24-CD8B053865E1}"/>
                </a:ext>
              </a:extLst>
            </p:cNvPr>
            <p:cNvSpPr/>
            <p:nvPr/>
          </p:nvSpPr>
          <p:spPr>
            <a:xfrm>
              <a:off x="6773443" y="3564362"/>
              <a:ext cx="5248656" cy="275645"/>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Autofit/>
            </a:bodyPr>
            <a:lstStyle/>
            <a:p>
              <a:pPr algn="ctr"/>
              <a:r>
                <a:rPr lang="en-US" sz="1100" dirty="0">
                  <a:solidFill>
                    <a:schemeClr val="tx1"/>
                  </a:solidFill>
                </a:rPr>
                <a:t>Visual representation of </a:t>
              </a:r>
              <a:r>
                <a:rPr lang="en-US" sz="1100" b="1" dirty="0">
                  <a:solidFill>
                    <a:schemeClr val="tx1"/>
                  </a:solidFill>
                </a:rPr>
                <a:t>hybrid ARIMA-LSTM </a:t>
              </a:r>
              <a:r>
                <a:rPr lang="en-US" sz="1100" dirty="0">
                  <a:solidFill>
                    <a:schemeClr val="tx1"/>
                  </a:solidFill>
                </a:rPr>
                <a:t>actual vs forecast</a:t>
              </a:r>
            </a:p>
          </p:txBody>
        </p:sp>
      </p:grpSp>
      <p:sp>
        <p:nvSpPr>
          <p:cNvPr id="5" name="Rectangle: Rounded Corners 4">
            <a:extLst>
              <a:ext uri="{FF2B5EF4-FFF2-40B4-BE49-F238E27FC236}">
                <a16:creationId xmlns:a16="http://schemas.microsoft.com/office/drawing/2014/main" id="{BD212251-E5B1-475E-92E9-1F519E047B08}"/>
              </a:ext>
            </a:extLst>
          </p:cNvPr>
          <p:cNvSpPr/>
          <p:nvPr/>
        </p:nvSpPr>
        <p:spPr>
          <a:xfrm>
            <a:off x="367862" y="3239706"/>
            <a:ext cx="5486400" cy="1826204"/>
          </a:xfrm>
          <a:prstGeom prst="roundRect">
            <a:avLst>
              <a:gd name="adj" fmla="val 9469"/>
            </a:avLst>
          </a:prstGeom>
          <a:solidFill>
            <a:srgbClr val="FCFFDD"/>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endParaRPr lang="en-US" dirty="0">
              <a:solidFill>
                <a:schemeClr val="tx1"/>
              </a:solidFill>
            </a:endParaRPr>
          </a:p>
        </p:txBody>
      </p:sp>
      <p:sp>
        <p:nvSpPr>
          <p:cNvPr id="2" name="Rectangle 1">
            <a:extLst>
              <a:ext uri="{FF2B5EF4-FFF2-40B4-BE49-F238E27FC236}">
                <a16:creationId xmlns:a16="http://schemas.microsoft.com/office/drawing/2014/main" id="{43A170C1-85F2-46A6-B422-38F68DF99384}"/>
              </a:ext>
            </a:extLst>
          </p:cNvPr>
          <p:cNvSpPr/>
          <p:nvPr/>
        </p:nvSpPr>
        <p:spPr>
          <a:xfrm>
            <a:off x="367863" y="60728"/>
            <a:ext cx="11456274" cy="10930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3600" dirty="0">
                <a:solidFill>
                  <a:schemeClr val="tx1"/>
                </a:solidFill>
              </a:rPr>
              <a:t>Results and Analysis: Hybrid ARIMA-LSTM</a:t>
            </a:r>
            <a:endParaRPr lang="en-IN" sz="3600" dirty="0">
              <a:solidFill>
                <a:schemeClr val="tx1"/>
              </a:solidFill>
            </a:endParaRPr>
          </a:p>
        </p:txBody>
      </p:sp>
      <p:graphicFrame>
        <p:nvGraphicFramePr>
          <p:cNvPr id="4" name="Table 3">
            <a:extLst>
              <a:ext uri="{FF2B5EF4-FFF2-40B4-BE49-F238E27FC236}">
                <a16:creationId xmlns:a16="http://schemas.microsoft.com/office/drawing/2014/main" id="{58529CF3-26C7-42D4-928F-D1FB64605892}"/>
              </a:ext>
            </a:extLst>
          </p:cNvPr>
          <p:cNvGraphicFramePr>
            <a:graphicFrameLocks noGrp="1"/>
          </p:cNvGraphicFramePr>
          <p:nvPr>
            <p:extLst>
              <p:ext uri="{D42A27DB-BD31-4B8C-83A1-F6EECF244321}">
                <p14:modId xmlns:p14="http://schemas.microsoft.com/office/powerpoint/2010/main" val="3817191348"/>
              </p:ext>
            </p:extLst>
          </p:nvPr>
        </p:nvGraphicFramePr>
        <p:xfrm>
          <a:off x="413582" y="3364778"/>
          <a:ext cx="5394960" cy="1576061"/>
        </p:xfrm>
        <a:graphic>
          <a:graphicData uri="http://schemas.openxmlformats.org/drawingml/2006/table">
            <a:tbl>
              <a:tblPr>
                <a:tableStyleId>{5C22544A-7EE6-4342-B048-85BDC9FD1C3A}</a:tableStyleId>
              </a:tblPr>
              <a:tblGrid>
                <a:gridCol w="1920240">
                  <a:extLst>
                    <a:ext uri="{9D8B030D-6E8A-4147-A177-3AD203B41FA5}">
                      <a16:colId xmlns:a16="http://schemas.microsoft.com/office/drawing/2014/main" val="4270648373"/>
                    </a:ext>
                  </a:extLst>
                </a:gridCol>
                <a:gridCol w="1005840">
                  <a:extLst>
                    <a:ext uri="{9D8B030D-6E8A-4147-A177-3AD203B41FA5}">
                      <a16:colId xmlns:a16="http://schemas.microsoft.com/office/drawing/2014/main" val="3379686830"/>
                    </a:ext>
                  </a:extLst>
                </a:gridCol>
                <a:gridCol w="1463040">
                  <a:extLst>
                    <a:ext uri="{9D8B030D-6E8A-4147-A177-3AD203B41FA5}">
                      <a16:colId xmlns:a16="http://schemas.microsoft.com/office/drawing/2014/main" val="1178285542"/>
                    </a:ext>
                  </a:extLst>
                </a:gridCol>
                <a:gridCol w="1005840">
                  <a:extLst>
                    <a:ext uri="{9D8B030D-6E8A-4147-A177-3AD203B41FA5}">
                      <a16:colId xmlns:a16="http://schemas.microsoft.com/office/drawing/2014/main" val="3616544910"/>
                    </a:ext>
                  </a:extLst>
                </a:gridCol>
              </a:tblGrid>
              <a:tr h="423917">
                <a:tc>
                  <a:txBody>
                    <a:bodyPr/>
                    <a:lstStyle/>
                    <a:p>
                      <a:pPr algn="l" fontAlgn="ctr"/>
                      <a:r>
                        <a:rPr lang="en-IN" sz="1400" u="none" strike="noStrike" dirty="0">
                          <a:effectLst/>
                          <a:latin typeface="+mn-lt"/>
                        </a:rPr>
                        <a:t> </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IN" sz="1400" b="1" u="none" strike="noStrike" dirty="0">
                          <a:effectLst/>
                          <a:latin typeface="+mn-lt"/>
                        </a:rPr>
                        <a:t>RMSE</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400" b="1" u="none" strike="noStrike" dirty="0">
                          <a:effectLst/>
                          <a:latin typeface="+mn-lt"/>
                        </a:rPr>
                        <a:t>MSE</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400" b="1" u="none" strike="noStrike" dirty="0">
                          <a:effectLst/>
                          <a:latin typeface="+mn-lt"/>
                        </a:rPr>
                        <a:t>MAE</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3819156"/>
                  </a:ext>
                </a:extLst>
              </a:tr>
              <a:tr h="576072">
                <a:tc>
                  <a:txBody>
                    <a:bodyPr/>
                    <a:lstStyle/>
                    <a:p>
                      <a:pPr algn="l" fontAlgn="ctr"/>
                      <a:r>
                        <a:rPr lang="en-IN" sz="1400" b="1" u="none" strike="noStrike" dirty="0">
                          <a:effectLst/>
                          <a:latin typeface="+mn-lt"/>
                        </a:rPr>
                        <a:t>ARIMA</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fontAlgn="ctr"/>
                      <a:r>
                        <a:rPr lang="en-IN" sz="1400" u="none" strike="noStrike" dirty="0">
                          <a:effectLst/>
                          <a:latin typeface="+mn-lt"/>
                        </a:rPr>
                        <a:t>560.16</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fontAlgn="ctr"/>
                      <a:r>
                        <a:rPr lang="en-US" sz="1400" b="0" i="0" u="none" strike="noStrike" dirty="0">
                          <a:solidFill>
                            <a:srgbClr val="000000"/>
                          </a:solidFill>
                          <a:effectLst/>
                          <a:latin typeface="+mn-lt"/>
                        </a:rPr>
                        <a:t>313789.80</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fontAlgn="ctr"/>
                      <a:r>
                        <a:rPr lang="en-US" sz="1400" b="0" i="0" u="none" strike="noStrike" dirty="0">
                          <a:solidFill>
                            <a:srgbClr val="000000"/>
                          </a:solidFill>
                          <a:effectLst/>
                          <a:latin typeface="+mn-lt"/>
                        </a:rPr>
                        <a:t>400.26</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246166749"/>
                  </a:ext>
                </a:extLst>
              </a:tr>
              <a:tr h="576072">
                <a:tc>
                  <a:txBody>
                    <a:bodyPr/>
                    <a:lstStyle/>
                    <a:p>
                      <a:pPr algn="l" fontAlgn="ctr"/>
                      <a:r>
                        <a:rPr lang="en-US" sz="1400" b="1" i="0" u="none" strike="noStrike" dirty="0">
                          <a:solidFill>
                            <a:srgbClr val="000000"/>
                          </a:solidFill>
                          <a:effectLst/>
                          <a:latin typeface="+mn-lt"/>
                        </a:rPr>
                        <a:t>Hybrid </a:t>
                      </a:r>
                      <a:br>
                        <a:rPr lang="en-US" sz="1400" b="1" i="0" u="none" strike="noStrike" dirty="0">
                          <a:solidFill>
                            <a:srgbClr val="000000"/>
                          </a:solidFill>
                          <a:effectLst/>
                          <a:latin typeface="+mn-lt"/>
                        </a:rPr>
                      </a:br>
                      <a:r>
                        <a:rPr lang="en-US" sz="1400" b="1" i="0" u="none" strike="noStrike" dirty="0">
                          <a:solidFill>
                            <a:srgbClr val="000000"/>
                          </a:solidFill>
                          <a:effectLst/>
                          <a:latin typeface="+mn-lt"/>
                        </a:rPr>
                        <a:t>ARIMA-LSTM</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n-lt"/>
                        </a:rPr>
                        <a:t>560.16</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n-lt"/>
                        </a:rPr>
                        <a:t>313789.80</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n-lt"/>
                        </a:rPr>
                        <a:t>400.26</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081765419"/>
                  </a:ext>
                </a:extLst>
              </a:tr>
            </a:tbl>
          </a:graphicData>
        </a:graphic>
      </p:graphicFrame>
      <p:sp>
        <p:nvSpPr>
          <p:cNvPr id="3" name="Rectangle 2">
            <a:extLst>
              <a:ext uri="{FF2B5EF4-FFF2-40B4-BE49-F238E27FC236}">
                <a16:creationId xmlns:a16="http://schemas.microsoft.com/office/drawing/2014/main" id="{B9806A99-ADA7-41F9-A9DA-E16509BD30B5}"/>
              </a:ext>
            </a:extLst>
          </p:cNvPr>
          <p:cNvSpPr/>
          <p:nvPr/>
        </p:nvSpPr>
        <p:spPr>
          <a:xfrm>
            <a:off x="367862" y="1563705"/>
            <a:ext cx="5486400" cy="15539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r>
              <a:rPr lang="en-US" dirty="0">
                <a:solidFill>
                  <a:schemeClr val="tx1"/>
                </a:solidFill>
              </a:rPr>
              <a:t>The ARIMA model selected using ‘</a:t>
            </a:r>
            <a:r>
              <a:rPr lang="en-US" i="1" dirty="0" err="1">
                <a:solidFill>
                  <a:schemeClr val="tx1"/>
                </a:solidFill>
              </a:rPr>
              <a:t>pmdarima</a:t>
            </a:r>
            <a:r>
              <a:rPr lang="en-US" dirty="0">
                <a:solidFill>
                  <a:schemeClr val="tx1"/>
                </a:solidFill>
              </a:rPr>
              <a:t>’. ARIMA (0,1,0) was used to make predictions. The residual was passed on to LSTM to make further prediction as it is able to handle non-linear trends. </a:t>
            </a:r>
          </a:p>
        </p:txBody>
      </p:sp>
      <p:sp>
        <p:nvSpPr>
          <p:cNvPr id="20" name="Rectangle 19">
            <a:extLst>
              <a:ext uri="{FF2B5EF4-FFF2-40B4-BE49-F238E27FC236}">
                <a16:creationId xmlns:a16="http://schemas.microsoft.com/office/drawing/2014/main" id="{2EE1CDC1-E0C8-4F19-922F-D2FCD7C06C0D}"/>
              </a:ext>
            </a:extLst>
          </p:cNvPr>
          <p:cNvSpPr/>
          <p:nvPr/>
        </p:nvSpPr>
        <p:spPr>
          <a:xfrm>
            <a:off x="367862" y="5369910"/>
            <a:ext cx="5486400" cy="14273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r>
              <a:rPr lang="en-US" dirty="0">
                <a:solidFill>
                  <a:schemeClr val="tx1"/>
                </a:solidFill>
              </a:rPr>
              <a:t>The performance metrics are nearly identical to the standalone ARIMA model. This indicates the LSTM component was unable to identify any patterns in the residuals, adding no predictive value.</a:t>
            </a:r>
            <a:endParaRPr lang="en-US" spc="-90" dirty="0">
              <a:solidFill>
                <a:schemeClr val="tx1"/>
              </a:solidFill>
            </a:endParaRPr>
          </a:p>
        </p:txBody>
      </p:sp>
      <p:pic>
        <p:nvPicPr>
          <p:cNvPr id="23" name="Picture 22">
            <a:extLst>
              <a:ext uri="{FF2B5EF4-FFF2-40B4-BE49-F238E27FC236}">
                <a16:creationId xmlns:a16="http://schemas.microsoft.com/office/drawing/2014/main" id="{91A847EF-B069-4C77-A9A2-66F6AD1247AD}"/>
              </a:ext>
            </a:extLst>
          </p:cNvPr>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633523" y="2301758"/>
            <a:ext cx="4846320" cy="2943949"/>
          </a:xfrm>
          <a:prstGeom prst="rect">
            <a:avLst/>
          </a:prstGeom>
          <a:noFill/>
          <a:ln>
            <a:noFill/>
          </a:ln>
        </p:spPr>
      </p:pic>
    </p:spTree>
    <p:extLst>
      <p:ext uri="{BB962C8B-B14F-4D97-AF65-F5344CB8AC3E}">
        <p14:creationId xmlns:p14="http://schemas.microsoft.com/office/powerpoint/2010/main" val="985577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7B4E2696-44D8-42F8-9527-CB2AABC5090B}"/>
              </a:ext>
            </a:extLst>
          </p:cNvPr>
          <p:cNvGrpSpPr/>
          <p:nvPr/>
        </p:nvGrpSpPr>
        <p:grpSpPr>
          <a:xfrm>
            <a:off x="6432355" y="1072058"/>
            <a:ext cx="5248656" cy="1759947"/>
            <a:chOff x="6773443" y="1796280"/>
            <a:chExt cx="5248656" cy="2043727"/>
          </a:xfrm>
        </p:grpSpPr>
        <p:sp>
          <p:nvSpPr>
            <p:cNvPr id="15" name="Rectangle 14">
              <a:extLst>
                <a:ext uri="{FF2B5EF4-FFF2-40B4-BE49-F238E27FC236}">
                  <a16:creationId xmlns:a16="http://schemas.microsoft.com/office/drawing/2014/main" id="{2696E347-4418-4E71-9046-983E415B6838}"/>
                </a:ext>
              </a:extLst>
            </p:cNvPr>
            <p:cNvSpPr/>
            <p:nvPr/>
          </p:nvSpPr>
          <p:spPr>
            <a:xfrm>
              <a:off x="6773443" y="1796280"/>
              <a:ext cx="5248656" cy="1765904"/>
            </a:xfrm>
            <a:prstGeom prst="rect">
              <a:avLst/>
            </a:prstGeom>
            <a:solidFill>
              <a:srgbClr val="FCFF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endParaRPr lang="en-US" sz="1400" dirty="0">
                <a:solidFill>
                  <a:schemeClr val="tx1"/>
                </a:solidFill>
              </a:endParaRPr>
            </a:p>
          </p:txBody>
        </p:sp>
        <p:sp>
          <p:nvSpPr>
            <p:cNvPr id="14" name="Rectangle 13">
              <a:extLst>
                <a:ext uri="{FF2B5EF4-FFF2-40B4-BE49-F238E27FC236}">
                  <a16:creationId xmlns:a16="http://schemas.microsoft.com/office/drawing/2014/main" id="{0A989544-8DA7-45DB-9E24-CD8B053865E1}"/>
                </a:ext>
              </a:extLst>
            </p:cNvPr>
            <p:cNvSpPr/>
            <p:nvPr/>
          </p:nvSpPr>
          <p:spPr>
            <a:xfrm>
              <a:off x="6773443" y="3564362"/>
              <a:ext cx="5248656" cy="275645"/>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Autofit/>
            </a:bodyPr>
            <a:lstStyle/>
            <a:p>
              <a:pPr algn="ctr"/>
              <a:r>
                <a:rPr lang="en-US" sz="1100" dirty="0">
                  <a:solidFill>
                    <a:schemeClr val="tx1"/>
                  </a:solidFill>
                </a:rPr>
                <a:t>Visual representation of </a:t>
              </a:r>
              <a:r>
                <a:rPr lang="en-US" sz="1100" b="1" dirty="0">
                  <a:solidFill>
                    <a:schemeClr val="tx1"/>
                  </a:solidFill>
                </a:rPr>
                <a:t>LSTM 60 days</a:t>
              </a:r>
              <a:r>
                <a:rPr lang="en-US" sz="1100" dirty="0">
                  <a:solidFill>
                    <a:schemeClr val="tx1"/>
                  </a:solidFill>
                </a:rPr>
                <a:t> actual vs forecast</a:t>
              </a:r>
            </a:p>
          </p:txBody>
        </p:sp>
      </p:grpSp>
      <p:sp>
        <p:nvSpPr>
          <p:cNvPr id="5" name="Rectangle: Rounded Corners 4">
            <a:extLst>
              <a:ext uri="{FF2B5EF4-FFF2-40B4-BE49-F238E27FC236}">
                <a16:creationId xmlns:a16="http://schemas.microsoft.com/office/drawing/2014/main" id="{BD212251-E5B1-475E-92E9-1F519E047B08}"/>
              </a:ext>
            </a:extLst>
          </p:cNvPr>
          <p:cNvSpPr/>
          <p:nvPr/>
        </p:nvSpPr>
        <p:spPr>
          <a:xfrm>
            <a:off x="367862" y="2766744"/>
            <a:ext cx="5486400" cy="2309753"/>
          </a:xfrm>
          <a:prstGeom prst="roundRect">
            <a:avLst>
              <a:gd name="adj" fmla="val 7194"/>
            </a:avLst>
          </a:prstGeom>
          <a:solidFill>
            <a:srgbClr val="FCFFDD"/>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endParaRPr lang="en-US" dirty="0">
              <a:solidFill>
                <a:schemeClr val="tx1"/>
              </a:solidFill>
            </a:endParaRPr>
          </a:p>
        </p:txBody>
      </p:sp>
      <p:sp>
        <p:nvSpPr>
          <p:cNvPr id="2" name="Rectangle 1">
            <a:extLst>
              <a:ext uri="{FF2B5EF4-FFF2-40B4-BE49-F238E27FC236}">
                <a16:creationId xmlns:a16="http://schemas.microsoft.com/office/drawing/2014/main" id="{43A170C1-85F2-46A6-B422-38F68DF99384}"/>
              </a:ext>
            </a:extLst>
          </p:cNvPr>
          <p:cNvSpPr/>
          <p:nvPr/>
        </p:nvSpPr>
        <p:spPr>
          <a:xfrm>
            <a:off x="367863" y="60728"/>
            <a:ext cx="11456274" cy="10930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3600" dirty="0">
                <a:solidFill>
                  <a:schemeClr val="tx1"/>
                </a:solidFill>
              </a:rPr>
              <a:t>Results and Analysis: LSTM</a:t>
            </a:r>
            <a:endParaRPr lang="en-IN" sz="3600" dirty="0">
              <a:solidFill>
                <a:schemeClr val="tx1"/>
              </a:solidFill>
            </a:endParaRPr>
          </a:p>
        </p:txBody>
      </p:sp>
      <p:graphicFrame>
        <p:nvGraphicFramePr>
          <p:cNvPr id="4" name="Table 3">
            <a:extLst>
              <a:ext uri="{FF2B5EF4-FFF2-40B4-BE49-F238E27FC236}">
                <a16:creationId xmlns:a16="http://schemas.microsoft.com/office/drawing/2014/main" id="{58529CF3-26C7-42D4-928F-D1FB64605892}"/>
              </a:ext>
            </a:extLst>
          </p:cNvPr>
          <p:cNvGraphicFramePr>
            <a:graphicFrameLocks noGrp="1"/>
          </p:cNvGraphicFramePr>
          <p:nvPr>
            <p:extLst>
              <p:ext uri="{D42A27DB-BD31-4B8C-83A1-F6EECF244321}">
                <p14:modId xmlns:p14="http://schemas.microsoft.com/office/powerpoint/2010/main" val="708524509"/>
              </p:ext>
            </p:extLst>
          </p:nvPr>
        </p:nvGraphicFramePr>
        <p:xfrm>
          <a:off x="413582" y="2845554"/>
          <a:ext cx="5394960" cy="2152133"/>
        </p:xfrm>
        <a:graphic>
          <a:graphicData uri="http://schemas.openxmlformats.org/drawingml/2006/table">
            <a:tbl>
              <a:tblPr>
                <a:tableStyleId>{5C22544A-7EE6-4342-B048-85BDC9FD1C3A}</a:tableStyleId>
              </a:tblPr>
              <a:tblGrid>
                <a:gridCol w="1920240">
                  <a:extLst>
                    <a:ext uri="{9D8B030D-6E8A-4147-A177-3AD203B41FA5}">
                      <a16:colId xmlns:a16="http://schemas.microsoft.com/office/drawing/2014/main" val="4270648373"/>
                    </a:ext>
                  </a:extLst>
                </a:gridCol>
                <a:gridCol w="1005840">
                  <a:extLst>
                    <a:ext uri="{9D8B030D-6E8A-4147-A177-3AD203B41FA5}">
                      <a16:colId xmlns:a16="http://schemas.microsoft.com/office/drawing/2014/main" val="3379686830"/>
                    </a:ext>
                  </a:extLst>
                </a:gridCol>
                <a:gridCol w="1463040">
                  <a:extLst>
                    <a:ext uri="{9D8B030D-6E8A-4147-A177-3AD203B41FA5}">
                      <a16:colId xmlns:a16="http://schemas.microsoft.com/office/drawing/2014/main" val="1178285542"/>
                    </a:ext>
                  </a:extLst>
                </a:gridCol>
                <a:gridCol w="1005840">
                  <a:extLst>
                    <a:ext uri="{9D8B030D-6E8A-4147-A177-3AD203B41FA5}">
                      <a16:colId xmlns:a16="http://schemas.microsoft.com/office/drawing/2014/main" val="3616544910"/>
                    </a:ext>
                  </a:extLst>
                </a:gridCol>
              </a:tblGrid>
              <a:tr h="423917">
                <a:tc>
                  <a:txBody>
                    <a:bodyPr/>
                    <a:lstStyle/>
                    <a:p>
                      <a:pPr algn="l" fontAlgn="ctr"/>
                      <a:r>
                        <a:rPr lang="en-IN" sz="1400" u="none" strike="noStrike" dirty="0">
                          <a:effectLst/>
                          <a:latin typeface="+mn-lt"/>
                        </a:rPr>
                        <a:t> </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IN" sz="1400" b="1" u="none" strike="noStrike" dirty="0">
                          <a:effectLst/>
                          <a:latin typeface="+mn-lt"/>
                        </a:rPr>
                        <a:t>RMSE</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400" b="1" u="none" strike="noStrike" dirty="0">
                          <a:effectLst/>
                          <a:latin typeface="+mn-lt"/>
                        </a:rPr>
                        <a:t>MSE</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400" b="1" u="none" strike="noStrike" dirty="0">
                          <a:effectLst/>
                          <a:latin typeface="+mn-lt"/>
                        </a:rPr>
                        <a:t>MAE</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3819156"/>
                  </a:ext>
                </a:extLst>
              </a:tr>
              <a:tr h="576072">
                <a:tc>
                  <a:txBody>
                    <a:bodyPr/>
                    <a:lstStyle/>
                    <a:p>
                      <a:pPr algn="l" fontAlgn="ctr"/>
                      <a:r>
                        <a:rPr lang="en-IN" sz="1400" b="1" i="0" u="none" strike="noStrike" dirty="0">
                          <a:solidFill>
                            <a:srgbClr val="1F1F1F"/>
                          </a:solidFill>
                          <a:effectLst/>
                          <a:latin typeface="Verdana" panose="020B0604030504040204" pitchFamily="34" charset="0"/>
                        </a:rPr>
                        <a:t>LSTM_60_days</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fontAlgn="ctr"/>
                      <a:r>
                        <a:rPr lang="en-IN" sz="1400" b="0" i="0" u="none" strike="noStrike" dirty="0">
                          <a:solidFill>
                            <a:srgbClr val="1F1F1F"/>
                          </a:solidFill>
                          <a:effectLst/>
                          <a:latin typeface="Verdana" panose="020B0604030504040204" pitchFamily="34" charset="0"/>
                        </a:rPr>
                        <a:t>225.97</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fontAlgn="ctr"/>
                      <a:r>
                        <a:rPr lang="en-IN" sz="1400" b="0" i="0" u="none" strike="noStrike" dirty="0">
                          <a:solidFill>
                            <a:srgbClr val="1F1F1F"/>
                          </a:solidFill>
                          <a:effectLst/>
                          <a:latin typeface="Verdana" panose="020B0604030504040204" pitchFamily="34" charset="0"/>
                        </a:rPr>
                        <a:t>50612.01</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fontAlgn="ctr"/>
                      <a:r>
                        <a:rPr lang="en-IN" sz="1400" b="0" i="0" u="none" strike="noStrike" dirty="0">
                          <a:solidFill>
                            <a:srgbClr val="1F1F1F"/>
                          </a:solidFill>
                          <a:effectLst/>
                          <a:latin typeface="Verdana" panose="020B0604030504040204" pitchFamily="34" charset="0"/>
                        </a:rPr>
                        <a:t>179.06</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246166749"/>
                  </a:ext>
                </a:extLst>
              </a:tr>
              <a:tr h="576072">
                <a:tc>
                  <a:txBody>
                    <a:bodyPr/>
                    <a:lstStyle/>
                    <a:p>
                      <a:pPr algn="l" fontAlgn="ctr"/>
                      <a:r>
                        <a:rPr lang="en-IN" sz="1400" b="1" i="0" u="none" strike="noStrike" dirty="0">
                          <a:solidFill>
                            <a:srgbClr val="1F1F1F"/>
                          </a:solidFill>
                          <a:effectLst/>
                          <a:latin typeface="Verdana" panose="020B0604030504040204" pitchFamily="34" charset="0"/>
                        </a:rPr>
                        <a:t>LSTM_30_days</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fontAlgn="ctr"/>
                      <a:r>
                        <a:rPr lang="en-IN" sz="1400" b="0" i="0" u="none" strike="noStrike" dirty="0">
                          <a:solidFill>
                            <a:srgbClr val="1F1F1F"/>
                          </a:solidFill>
                          <a:effectLst/>
                          <a:latin typeface="Verdana" panose="020B0604030504040204" pitchFamily="34" charset="0"/>
                        </a:rPr>
                        <a:t>220.92</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fontAlgn="ctr"/>
                      <a:r>
                        <a:rPr lang="en-IN" sz="1400" b="0" i="0" u="none" strike="noStrike" dirty="0">
                          <a:solidFill>
                            <a:srgbClr val="1F1F1F"/>
                          </a:solidFill>
                          <a:effectLst/>
                          <a:latin typeface="Verdana" panose="020B0604030504040204" pitchFamily="34" charset="0"/>
                        </a:rPr>
                        <a:t>48367.59</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fontAlgn="ctr"/>
                      <a:r>
                        <a:rPr lang="en-IN" sz="1400" b="0" i="0" u="none" strike="noStrike" dirty="0">
                          <a:solidFill>
                            <a:srgbClr val="1F1F1F"/>
                          </a:solidFill>
                          <a:effectLst/>
                          <a:latin typeface="Verdana" panose="020B0604030504040204" pitchFamily="34" charset="0"/>
                        </a:rPr>
                        <a:t>172.20</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081765419"/>
                  </a:ext>
                </a:extLst>
              </a:tr>
              <a:tr h="576072">
                <a:tc>
                  <a:txBody>
                    <a:bodyPr/>
                    <a:lstStyle/>
                    <a:p>
                      <a:pPr algn="l" fontAlgn="ctr"/>
                      <a:r>
                        <a:rPr lang="en-IN" sz="1400" b="1" i="0" u="none" strike="noStrike" dirty="0">
                          <a:solidFill>
                            <a:srgbClr val="1F1F1F"/>
                          </a:solidFill>
                          <a:effectLst/>
                          <a:latin typeface="Verdana" panose="020B0604030504040204" pitchFamily="34" charset="0"/>
                        </a:rPr>
                        <a:t>LSTM_5_days</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IN" sz="1400" b="0" i="0" u="none" strike="noStrike" dirty="0">
                          <a:solidFill>
                            <a:srgbClr val="1F1F1F"/>
                          </a:solidFill>
                          <a:effectLst/>
                          <a:latin typeface="Verdana" panose="020B0604030504040204" pitchFamily="34" charset="0"/>
                        </a:rPr>
                        <a:t>249.49</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IN" sz="1400" b="0" i="0" u="none" strike="noStrike">
                          <a:solidFill>
                            <a:srgbClr val="1F1F1F"/>
                          </a:solidFill>
                          <a:effectLst/>
                          <a:latin typeface="Verdana" panose="020B0604030504040204" pitchFamily="34" charset="0"/>
                        </a:rPr>
                        <a:t>62246.01</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IN" sz="1400" b="0" i="0" u="none" strike="noStrike" dirty="0">
                          <a:solidFill>
                            <a:srgbClr val="1F1F1F"/>
                          </a:solidFill>
                          <a:effectLst/>
                          <a:latin typeface="Verdana" panose="020B0604030504040204" pitchFamily="34" charset="0"/>
                        </a:rPr>
                        <a:t>209.74</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228830287"/>
                  </a:ext>
                </a:extLst>
              </a:tr>
            </a:tbl>
          </a:graphicData>
        </a:graphic>
      </p:graphicFrame>
      <p:sp>
        <p:nvSpPr>
          <p:cNvPr id="3" name="Rectangle 2">
            <a:extLst>
              <a:ext uri="{FF2B5EF4-FFF2-40B4-BE49-F238E27FC236}">
                <a16:creationId xmlns:a16="http://schemas.microsoft.com/office/drawing/2014/main" id="{B9806A99-ADA7-41F9-A9DA-E16509BD30B5}"/>
              </a:ext>
            </a:extLst>
          </p:cNvPr>
          <p:cNvSpPr/>
          <p:nvPr/>
        </p:nvSpPr>
        <p:spPr>
          <a:xfrm>
            <a:off x="367862" y="1563705"/>
            <a:ext cx="5486400" cy="15539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r>
              <a:rPr lang="en-US" dirty="0">
                <a:solidFill>
                  <a:schemeClr val="tx1"/>
                </a:solidFill>
              </a:rPr>
              <a:t>LSTM was tested with different sequence length of 5, 30, &amp; 60 days. For all these model a 3 layer LSTM framework was used. </a:t>
            </a:r>
          </a:p>
        </p:txBody>
      </p:sp>
      <p:sp>
        <p:nvSpPr>
          <p:cNvPr id="20" name="Rectangle 19">
            <a:extLst>
              <a:ext uri="{FF2B5EF4-FFF2-40B4-BE49-F238E27FC236}">
                <a16:creationId xmlns:a16="http://schemas.microsoft.com/office/drawing/2014/main" id="{2EE1CDC1-E0C8-4F19-922F-D2FCD7C06C0D}"/>
              </a:ext>
            </a:extLst>
          </p:cNvPr>
          <p:cNvSpPr/>
          <p:nvPr/>
        </p:nvSpPr>
        <p:spPr>
          <a:xfrm>
            <a:off x="367862" y="5369910"/>
            <a:ext cx="5486400" cy="14273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r>
              <a:rPr lang="en-US" dirty="0">
                <a:solidFill>
                  <a:schemeClr val="tx1"/>
                </a:solidFill>
              </a:rPr>
              <a:t>The performance metrics showed a improved performance as compared to other models. LSTM still wasn’t able to predict the values accurately giving high error values.</a:t>
            </a:r>
            <a:endParaRPr lang="en-US" spc="-90" dirty="0">
              <a:solidFill>
                <a:schemeClr val="tx1"/>
              </a:solidFill>
            </a:endParaRPr>
          </a:p>
        </p:txBody>
      </p:sp>
      <p:grpSp>
        <p:nvGrpSpPr>
          <p:cNvPr id="27" name="Group 26">
            <a:extLst>
              <a:ext uri="{FF2B5EF4-FFF2-40B4-BE49-F238E27FC236}">
                <a16:creationId xmlns:a16="http://schemas.microsoft.com/office/drawing/2014/main" id="{97C8BCA5-F4B3-442F-AB4C-4DB4D27ACFDC}"/>
              </a:ext>
            </a:extLst>
          </p:cNvPr>
          <p:cNvGrpSpPr/>
          <p:nvPr/>
        </p:nvGrpSpPr>
        <p:grpSpPr>
          <a:xfrm>
            <a:off x="6432355" y="2995452"/>
            <a:ext cx="5248656" cy="1759947"/>
            <a:chOff x="6773443" y="1796280"/>
            <a:chExt cx="5248656" cy="2043727"/>
          </a:xfrm>
        </p:grpSpPr>
        <p:sp>
          <p:nvSpPr>
            <p:cNvPr id="28" name="Rectangle 27">
              <a:extLst>
                <a:ext uri="{FF2B5EF4-FFF2-40B4-BE49-F238E27FC236}">
                  <a16:creationId xmlns:a16="http://schemas.microsoft.com/office/drawing/2014/main" id="{D001E05A-6498-409B-9AA1-76BDC1C57361}"/>
                </a:ext>
              </a:extLst>
            </p:cNvPr>
            <p:cNvSpPr/>
            <p:nvPr/>
          </p:nvSpPr>
          <p:spPr>
            <a:xfrm>
              <a:off x="6773443" y="1796280"/>
              <a:ext cx="5248656" cy="1765904"/>
            </a:xfrm>
            <a:prstGeom prst="rect">
              <a:avLst/>
            </a:prstGeom>
            <a:solidFill>
              <a:srgbClr val="FCFF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endParaRPr lang="en-US" sz="1400" dirty="0">
                <a:solidFill>
                  <a:schemeClr val="tx1"/>
                </a:solidFill>
              </a:endParaRPr>
            </a:p>
          </p:txBody>
        </p:sp>
        <p:sp>
          <p:nvSpPr>
            <p:cNvPr id="29" name="Rectangle 28">
              <a:extLst>
                <a:ext uri="{FF2B5EF4-FFF2-40B4-BE49-F238E27FC236}">
                  <a16:creationId xmlns:a16="http://schemas.microsoft.com/office/drawing/2014/main" id="{9D497550-BBC1-449D-9F52-A13EAB34685B}"/>
                </a:ext>
              </a:extLst>
            </p:cNvPr>
            <p:cNvSpPr/>
            <p:nvPr/>
          </p:nvSpPr>
          <p:spPr>
            <a:xfrm>
              <a:off x="6773443" y="3564362"/>
              <a:ext cx="5248656" cy="275645"/>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Autofit/>
            </a:bodyPr>
            <a:lstStyle/>
            <a:p>
              <a:pPr algn="ctr"/>
              <a:r>
                <a:rPr lang="en-US" sz="1100" dirty="0">
                  <a:solidFill>
                    <a:schemeClr val="tx1"/>
                  </a:solidFill>
                </a:rPr>
                <a:t>Visual representation of </a:t>
              </a:r>
              <a:r>
                <a:rPr lang="en-US" sz="1100" b="1" dirty="0">
                  <a:solidFill>
                    <a:schemeClr val="tx1"/>
                  </a:solidFill>
                </a:rPr>
                <a:t>LSTM 30 days </a:t>
              </a:r>
              <a:r>
                <a:rPr lang="en-US" sz="1100" dirty="0">
                  <a:solidFill>
                    <a:schemeClr val="tx1"/>
                  </a:solidFill>
                </a:rPr>
                <a:t>actual vs forecast</a:t>
              </a:r>
            </a:p>
          </p:txBody>
        </p:sp>
      </p:grpSp>
      <p:grpSp>
        <p:nvGrpSpPr>
          <p:cNvPr id="30" name="Group 29">
            <a:extLst>
              <a:ext uri="{FF2B5EF4-FFF2-40B4-BE49-F238E27FC236}">
                <a16:creationId xmlns:a16="http://schemas.microsoft.com/office/drawing/2014/main" id="{28ABF309-5166-4F8B-91A2-DDEB75FBC458}"/>
              </a:ext>
            </a:extLst>
          </p:cNvPr>
          <p:cNvGrpSpPr/>
          <p:nvPr/>
        </p:nvGrpSpPr>
        <p:grpSpPr>
          <a:xfrm>
            <a:off x="6432355" y="4918847"/>
            <a:ext cx="5248656" cy="1759947"/>
            <a:chOff x="6773443" y="1796280"/>
            <a:chExt cx="5248656" cy="2043727"/>
          </a:xfrm>
        </p:grpSpPr>
        <p:sp>
          <p:nvSpPr>
            <p:cNvPr id="31" name="Rectangle 30">
              <a:extLst>
                <a:ext uri="{FF2B5EF4-FFF2-40B4-BE49-F238E27FC236}">
                  <a16:creationId xmlns:a16="http://schemas.microsoft.com/office/drawing/2014/main" id="{4549B0E9-FCA0-4FFB-A773-C1001F136298}"/>
                </a:ext>
              </a:extLst>
            </p:cNvPr>
            <p:cNvSpPr/>
            <p:nvPr/>
          </p:nvSpPr>
          <p:spPr>
            <a:xfrm>
              <a:off x="6773443" y="1796280"/>
              <a:ext cx="5248656" cy="1765904"/>
            </a:xfrm>
            <a:prstGeom prst="rect">
              <a:avLst/>
            </a:prstGeom>
            <a:solidFill>
              <a:srgbClr val="FCFF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endParaRPr lang="en-US" sz="1400" dirty="0">
                <a:solidFill>
                  <a:schemeClr val="tx1"/>
                </a:solidFill>
              </a:endParaRPr>
            </a:p>
          </p:txBody>
        </p:sp>
        <p:sp>
          <p:nvSpPr>
            <p:cNvPr id="32" name="Rectangle 31">
              <a:extLst>
                <a:ext uri="{FF2B5EF4-FFF2-40B4-BE49-F238E27FC236}">
                  <a16:creationId xmlns:a16="http://schemas.microsoft.com/office/drawing/2014/main" id="{172D82BD-79DC-4DA1-B37D-91488BACB17C}"/>
                </a:ext>
              </a:extLst>
            </p:cNvPr>
            <p:cNvSpPr/>
            <p:nvPr/>
          </p:nvSpPr>
          <p:spPr>
            <a:xfrm>
              <a:off x="6773443" y="3564362"/>
              <a:ext cx="5248656" cy="275645"/>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Autofit/>
            </a:bodyPr>
            <a:lstStyle/>
            <a:p>
              <a:pPr algn="ctr"/>
              <a:r>
                <a:rPr lang="en-US" sz="1100" dirty="0">
                  <a:solidFill>
                    <a:schemeClr val="tx1"/>
                  </a:solidFill>
                </a:rPr>
                <a:t>Visual representation of </a:t>
              </a:r>
              <a:r>
                <a:rPr lang="en-US" sz="1100" b="1" dirty="0">
                  <a:solidFill>
                    <a:schemeClr val="tx1"/>
                  </a:solidFill>
                </a:rPr>
                <a:t>LSTM 5 days </a:t>
              </a:r>
              <a:r>
                <a:rPr lang="en-US" sz="1100" dirty="0">
                  <a:solidFill>
                    <a:schemeClr val="tx1"/>
                  </a:solidFill>
                </a:rPr>
                <a:t>actual vs forecast</a:t>
              </a:r>
            </a:p>
          </p:txBody>
        </p:sp>
      </p:grpSp>
      <p:pic>
        <p:nvPicPr>
          <p:cNvPr id="1026" name="Picture 2">
            <a:extLst>
              <a:ext uri="{FF2B5EF4-FFF2-40B4-BE49-F238E27FC236}">
                <a16:creationId xmlns:a16="http://schemas.microsoft.com/office/drawing/2014/main" id="{B6F66A22-823E-40F0-976D-CF549E7D265F}"/>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78658" y="1126156"/>
            <a:ext cx="3956050" cy="145531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4A4C6607-01B8-4695-BFC8-3D66403D2984}"/>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125215" y="3021862"/>
            <a:ext cx="3862936" cy="146788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63BA9BAD-354A-48DC-8CAB-8C00C8DE1E67}"/>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92440" y="4946681"/>
            <a:ext cx="3928486" cy="1445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2978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7B4E2696-44D8-42F8-9527-CB2AABC5090B}"/>
              </a:ext>
            </a:extLst>
          </p:cNvPr>
          <p:cNvGrpSpPr/>
          <p:nvPr/>
        </p:nvGrpSpPr>
        <p:grpSpPr>
          <a:xfrm>
            <a:off x="6432355" y="1072058"/>
            <a:ext cx="5248656" cy="1759947"/>
            <a:chOff x="6773443" y="1796280"/>
            <a:chExt cx="5248656" cy="2043727"/>
          </a:xfrm>
        </p:grpSpPr>
        <p:sp>
          <p:nvSpPr>
            <p:cNvPr id="15" name="Rectangle 14">
              <a:extLst>
                <a:ext uri="{FF2B5EF4-FFF2-40B4-BE49-F238E27FC236}">
                  <a16:creationId xmlns:a16="http://schemas.microsoft.com/office/drawing/2014/main" id="{2696E347-4418-4E71-9046-983E415B6838}"/>
                </a:ext>
              </a:extLst>
            </p:cNvPr>
            <p:cNvSpPr/>
            <p:nvPr/>
          </p:nvSpPr>
          <p:spPr>
            <a:xfrm>
              <a:off x="6773443" y="1796280"/>
              <a:ext cx="5248656" cy="1765904"/>
            </a:xfrm>
            <a:prstGeom prst="rect">
              <a:avLst/>
            </a:prstGeom>
            <a:solidFill>
              <a:srgbClr val="FCFF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endParaRPr lang="en-US" sz="1400" dirty="0">
                <a:solidFill>
                  <a:schemeClr val="tx1"/>
                </a:solidFill>
              </a:endParaRPr>
            </a:p>
          </p:txBody>
        </p:sp>
        <p:sp>
          <p:nvSpPr>
            <p:cNvPr id="14" name="Rectangle 13">
              <a:extLst>
                <a:ext uri="{FF2B5EF4-FFF2-40B4-BE49-F238E27FC236}">
                  <a16:creationId xmlns:a16="http://schemas.microsoft.com/office/drawing/2014/main" id="{0A989544-8DA7-45DB-9E24-CD8B053865E1}"/>
                </a:ext>
              </a:extLst>
            </p:cNvPr>
            <p:cNvSpPr/>
            <p:nvPr/>
          </p:nvSpPr>
          <p:spPr>
            <a:xfrm>
              <a:off x="6773443" y="3564362"/>
              <a:ext cx="5248656" cy="275645"/>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Autofit/>
            </a:bodyPr>
            <a:lstStyle/>
            <a:p>
              <a:pPr algn="ctr"/>
              <a:r>
                <a:rPr lang="en-US" sz="1100" dirty="0">
                  <a:solidFill>
                    <a:schemeClr val="tx1"/>
                  </a:solidFill>
                </a:rPr>
                <a:t>Visual representation of </a:t>
              </a:r>
              <a:r>
                <a:rPr lang="en-US" sz="1100" b="1" dirty="0">
                  <a:solidFill>
                    <a:schemeClr val="tx1"/>
                  </a:solidFill>
                </a:rPr>
                <a:t>LSTM 60 days</a:t>
              </a:r>
              <a:r>
                <a:rPr lang="en-US" sz="1100" dirty="0">
                  <a:solidFill>
                    <a:schemeClr val="tx1"/>
                  </a:solidFill>
                </a:rPr>
                <a:t> actual vs forecast</a:t>
              </a:r>
            </a:p>
          </p:txBody>
        </p:sp>
      </p:grpSp>
      <p:sp>
        <p:nvSpPr>
          <p:cNvPr id="5" name="Rectangle: Rounded Corners 4">
            <a:extLst>
              <a:ext uri="{FF2B5EF4-FFF2-40B4-BE49-F238E27FC236}">
                <a16:creationId xmlns:a16="http://schemas.microsoft.com/office/drawing/2014/main" id="{BD212251-E5B1-475E-92E9-1F519E047B08}"/>
              </a:ext>
            </a:extLst>
          </p:cNvPr>
          <p:cNvSpPr/>
          <p:nvPr/>
        </p:nvSpPr>
        <p:spPr>
          <a:xfrm>
            <a:off x="367862" y="2766744"/>
            <a:ext cx="5486400" cy="2309753"/>
          </a:xfrm>
          <a:prstGeom prst="roundRect">
            <a:avLst>
              <a:gd name="adj" fmla="val 7194"/>
            </a:avLst>
          </a:prstGeom>
          <a:solidFill>
            <a:srgbClr val="FCFFDD"/>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endParaRPr lang="en-US" dirty="0">
              <a:solidFill>
                <a:schemeClr val="tx1"/>
              </a:solidFill>
            </a:endParaRPr>
          </a:p>
        </p:txBody>
      </p:sp>
      <p:sp>
        <p:nvSpPr>
          <p:cNvPr id="2" name="Rectangle 1">
            <a:extLst>
              <a:ext uri="{FF2B5EF4-FFF2-40B4-BE49-F238E27FC236}">
                <a16:creationId xmlns:a16="http://schemas.microsoft.com/office/drawing/2014/main" id="{43A170C1-85F2-46A6-B422-38F68DF99384}"/>
              </a:ext>
            </a:extLst>
          </p:cNvPr>
          <p:cNvSpPr/>
          <p:nvPr/>
        </p:nvSpPr>
        <p:spPr>
          <a:xfrm>
            <a:off x="367863" y="60728"/>
            <a:ext cx="11456274" cy="10930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3600" dirty="0">
                <a:solidFill>
                  <a:schemeClr val="tx1"/>
                </a:solidFill>
              </a:rPr>
              <a:t>Results and Analysis: LSTM with PCA</a:t>
            </a:r>
            <a:endParaRPr lang="en-IN" sz="3600" dirty="0">
              <a:solidFill>
                <a:schemeClr val="tx1"/>
              </a:solidFill>
            </a:endParaRPr>
          </a:p>
        </p:txBody>
      </p:sp>
      <p:graphicFrame>
        <p:nvGraphicFramePr>
          <p:cNvPr id="4" name="Table 3">
            <a:extLst>
              <a:ext uri="{FF2B5EF4-FFF2-40B4-BE49-F238E27FC236}">
                <a16:creationId xmlns:a16="http://schemas.microsoft.com/office/drawing/2014/main" id="{58529CF3-26C7-42D4-928F-D1FB64605892}"/>
              </a:ext>
            </a:extLst>
          </p:cNvPr>
          <p:cNvGraphicFramePr>
            <a:graphicFrameLocks noGrp="1"/>
          </p:cNvGraphicFramePr>
          <p:nvPr>
            <p:extLst>
              <p:ext uri="{D42A27DB-BD31-4B8C-83A1-F6EECF244321}">
                <p14:modId xmlns:p14="http://schemas.microsoft.com/office/powerpoint/2010/main" val="4030501969"/>
              </p:ext>
            </p:extLst>
          </p:nvPr>
        </p:nvGraphicFramePr>
        <p:xfrm>
          <a:off x="413582" y="2845554"/>
          <a:ext cx="5394960" cy="2152133"/>
        </p:xfrm>
        <a:graphic>
          <a:graphicData uri="http://schemas.openxmlformats.org/drawingml/2006/table">
            <a:tbl>
              <a:tblPr>
                <a:tableStyleId>{5C22544A-7EE6-4342-B048-85BDC9FD1C3A}</a:tableStyleId>
              </a:tblPr>
              <a:tblGrid>
                <a:gridCol w="1920240">
                  <a:extLst>
                    <a:ext uri="{9D8B030D-6E8A-4147-A177-3AD203B41FA5}">
                      <a16:colId xmlns:a16="http://schemas.microsoft.com/office/drawing/2014/main" val="4270648373"/>
                    </a:ext>
                  </a:extLst>
                </a:gridCol>
                <a:gridCol w="1005840">
                  <a:extLst>
                    <a:ext uri="{9D8B030D-6E8A-4147-A177-3AD203B41FA5}">
                      <a16:colId xmlns:a16="http://schemas.microsoft.com/office/drawing/2014/main" val="3379686830"/>
                    </a:ext>
                  </a:extLst>
                </a:gridCol>
                <a:gridCol w="1463040">
                  <a:extLst>
                    <a:ext uri="{9D8B030D-6E8A-4147-A177-3AD203B41FA5}">
                      <a16:colId xmlns:a16="http://schemas.microsoft.com/office/drawing/2014/main" val="1178285542"/>
                    </a:ext>
                  </a:extLst>
                </a:gridCol>
                <a:gridCol w="1005840">
                  <a:extLst>
                    <a:ext uri="{9D8B030D-6E8A-4147-A177-3AD203B41FA5}">
                      <a16:colId xmlns:a16="http://schemas.microsoft.com/office/drawing/2014/main" val="3616544910"/>
                    </a:ext>
                  </a:extLst>
                </a:gridCol>
              </a:tblGrid>
              <a:tr h="423917">
                <a:tc>
                  <a:txBody>
                    <a:bodyPr/>
                    <a:lstStyle/>
                    <a:p>
                      <a:pPr algn="l" fontAlgn="ctr"/>
                      <a:r>
                        <a:rPr lang="en-IN" sz="1400" u="none" strike="noStrike" dirty="0">
                          <a:effectLst/>
                          <a:latin typeface="+mn-lt"/>
                        </a:rPr>
                        <a:t> </a:t>
                      </a:r>
                      <a:endParaRPr lang="en-IN" sz="1400" b="0"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IN" sz="1400" b="1" u="none" strike="noStrike" dirty="0">
                          <a:effectLst/>
                          <a:latin typeface="+mn-lt"/>
                        </a:rPr>
                        <a:t>RMSE</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400" b="1" u="none" strike="noStrike" dirty="0">
                          <a:effectLst/>
                          <a:latin typeface="+mn-lt"/>
                        </a:rPr>
                        <a:t>MSE</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IN" sz="1400" b="1" u="none" strike="noStrike" dirty="0">
                          <a:effectLst/>
                          <a:latin typeface="+mn-lt"/>
                        </a:rPr>
                        <a:t>MAE</a:t>
                      </a:r>
                      <a:endParaRPr lang="en-IN" sz="1400" b="1" i="0" u="none" strike="noStrike" dirty="0">
                        <a:solidFill>
                          <a:srgbClr val="000000"/>
                        </a:solidFill>
                        <a:effectLst/>
                        <a:latin typeface="+mn-lt"/>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3819156"/>
                  </a:ext>
                </a:extLst>
              </a:tr>
              <a:tr h="576072">
                <a:tc>
                  <a:txBody>
                    <a:bodyPr/>
                    <a:lstStyle/>
                    <a:p>
                      <a:pPr algn="l" fontAlgn="ctr"/>
                      <a:r>
                        <a:rPr lang="en-IN" sz="1400" b="1" i="0" u="none" strike="noStrike" dirty="0">
                          <a:solidFill>
                            <a:srgbClr val="1F1F1F"/>
                          </a:solidFill>
                          <a:effectLst/>
                          <a:latin typeface="Verdana" panose="020B0604030504040204" pitchFamily="34" charset="0"/>
                        </a:rPr>
                        <a:t>LSTM_60_days</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solidFill>
                      <a:srgbClr val="FAFA58"/>
                    </a:solidFill>
                  </a:tcPr>
                </a:tc>
                <a:tc>
                  <a:txBody>
                    <a:bodyPr/>
                    <a:lstStyle/>
                    <a:p>
                      <a:pPr algn="ctr" fontAlgn="ctr"/>
                      <a:r>
                        <a:rPr lang="en-IN" sz="1400" b="0" i="0" u="none" strike="noStrike" dirty="0">
                          <a:solidFill>
                            <a:srgbClr val="1F1F1F"/>
                          </a:solidFill>
                          <a:effectLst/>
                          <a:latin typeface="Verdana" panose="020B0604030504040204" pitchFamily="34" charset="0"/>
                        </a:rPr>
                        <a:t>89.91</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solidFill>
                      <a:srgbClr val="FAFA58"/>
                    </a:solidFill>
                  </a:tcPr>
                </a:tc>
                <a:tc>
                  <a:txBody>
                    <a:bodyPr/>
                    <a:lstStyle/>
                    <a:p>
                      <a:pPr algn="ctr" fontAlgn="ctr"/>
                      <a:r>
                        <a:rPr lang="en-IN" sz="1400" b="0" i="0" u="none" strike="noStrike" dirty="0">
                          <a:solidFill>
                            <a:srgbClr val="1F1F1F"/>
                          </a:solidFill>
                          <a:effectLst/>
                          <a:latin typeface="Verdana" panose="020B0604030504040204" pitchFamily="34" charset="0"/>
                        </a:rPr>
                        <a:t>8085.21</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solidFill>
                      <a:srgbClr val="FAFA58"/>
                    </a:solidFill>
                  </a:tcPr>
                </a:tc>
                <a:tc>
                  <a:txBody>
                    <a:bodyPr/>
                    <a:lstStyle/>
                    <a:p>
                      <a:pPr algn="ctr" fontAlgn="ctr"/>
                      <a:r>
                        <a:rPr lang="en-IN" sz="1400" b="0" i="0" u="none" strike="noStrike" dirty="0">
                          <a:solidFill>
                            <a:srgbClr val="1F1F1F"/>
                          </a:solidFill>
                          <a:effectLst/>
                          <a:latin typeface="Verdana" panose="020B0604030504040204" pitchFamily="34" charset="0"/>
                        </a:rPr>
                        <a:t>60.35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solidFill>
                      <a:srgbClr val="FAFA58"/>
                    </a:solidFill>
                  </a:tcPr>
                </a:tc>
                <a:extLst>
                  <a:ext uri="{0D108BD9-81ED-4DB2-BD59-A6C34878D82A}">
                    <a16:rowId xmlns:a16="http://schemas.microsoft.com/office/drawing/2014/main" val="3246166749"/>
                  </a:ext>
                </a:extLst>
              </a:tr>
              <a:tr h="576072">
                <a:tc>
                  <a:txBody>
                    <a:bodyPr/>
                    <a:lstStyle/>
                    <a:p>
                      <a:pPr algn="l" fontAlgn="ctr"/>
                      <a:r>
                        <a:rPr lang="en-IN" sz="1400" b="1" i="0" u="none" strike="noStrike" dirty="0">
                          <a:solidFill>
                            <a:srgbClr val="1F1F1F"/>
                          </a:solidFill>
                          <a:effectLst/>
                          <a:latin typeface="Verdana" panose="020B0604030504040204" pitchFamily="34" charset="0"/>
                        </a:rPr>
                        <a:t>LSTM_30_days</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fontAlgn="ctr"/>
                      <a:r>
                        <a:rPr lang="en-IN" sz="1400" b="0" i="0" u="none" strike="noStrike">
                          <a:solidFill>
                            <a:srgbClr val="1F1F1F"/>
                          </a:solidFill>
                          <a:effectLst/>
                          <a:latin typeface="Verdana" panose="020B0604030504040204" pitchFamily="34" charset="0"/>
                        </a:rPr>
                        <a:t>120.72</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fontAlgn="ctr"/>
                      <a:r>
                        <a:rPr lang="en-IN" sz="1400" b="0" i="0" u="none" strike="noStrike">
                          <a:solidFill>
                            <a:srgbClr val="1F1F1F"/>
                          </a:solidFill>
                          <a:effectLst/>
                          <a:latin typeface="Verdana" panose="020B0604030504040204" pitchFamily="34" charset="0"/>
                        </a:rPr>
                        <a:t>14573.87</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fontAlgn="ctr"/>
                      <a:r>
                        <a:rPr lang="en-IN" sz="1400" b="0" i="0" u="none" strike="noStrike">
                          <a:solidFill>
                            <a:srgbClr val="1F1F1F"/>
                          </a:solidFill>
                          <a:effectLst/>
                          <a:latin typeface="Verdana" panose="020B0604030504040204" pitchFamily="34" charset="0"/>
                        </a:rPr>
                        <a:t>92.20</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081765419"/>
                  </a:ext>
                </a:extLst>
              </a:tr>
              <a:tr h="576072">
                <a:tc>
                  <a:txBody>
                    <a:bodyPr/>
                    <a:lstStyle/>
                    <a:p>
                      <a:pPr algn="l" fontAlgn="ctr"/>
                      <a:r>
                        <a:rPr lang="en-IN" sz="1400" b="1" i="0" u="none" strike="noStrike" dirty="0">
                          <a:solidFill>
                            <a:srgbClr val="1F1F1F"/>
                          </a:solidFill>
                          <a:effectLst/>
                          <a:latin typeface="Verdana" panose="020B0604030504040204" pitchFamily="34" charset="0"/>
                        </a:rPr>
                        <a:t>LSTM_5_days</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IN" sz="1400" b="0" i="0" u="none" strike="noStrike">
                          <a:solidFill>
                            <a:srgbClr val="1F1F1F"/>
                          </a:solidFill>
                          <a:effectLst/>
                          <a:latin typeface="Verdana" panose="020B0604030504040204" pitchFamily="34" charset="0"/>
                        </a:rPr>
                        <a:t>155.27</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IN" sz="1400" b="0" i="0" u="none" strike="noStrike">
                          <a:solidFill>
                            <a:srgbClr val="1F1F1F"/>
                          </a:solidFill>
                          <a:effectLst/>
                          <a:latin typeface="Verdana" panose="020B0604030504040204" pitchFamily="34" charset="0"/>
                        </a:rPr>
                        <a:t>24107.66</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IN" sz="1400" b="0" i="0" u="none" strike="noStrike" dirty="0">
                          <a:solidFill>
                            <a:srgbClr val="1F1F1F"/>
                          </a:solidFill>
                          <a:effectLst/>
                          <a:latin typeface="Verdana" panose="020B0604030504040204" pitchFamily="34" charset="0"/>
                        </a:rPr>
                        <a:t>123.75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228830287"/>
                  </a:ext>
                </a:extLst>
              </a:tr>
            </a:tbl>
          </a:graphicData>
        </a:graphic>
      </p:graphicFrame>
      <p:sp>
        <p:nvSpPr>
          <p:cNvPr id="3" name="Rectangle 2">
            <a:extLst>
              <a:ext uri="{FF2B5EF4-FFF2-40B4-BE49-F238E27FC236}">
                <a16:creationId xmlns:a16="http://schemas.microsoft.com/office/drawing/2014/main" id="{B9806A99-ADA7-41F9-A9DA-E16509BD30B5}"/>
              </a:ext>
            </a:extLst>
          </p:cNvPr>
          <p:cNvSpPr/>
          <p:nvPr/>
        </p:nvSpPr>
        <p:spPr>
          <a:xfrm>
            <a:off x="367862" y="1563705"/>
            <a:ext cx="5486400" cy="15539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r>
              <a:rPr lang="en-US" dirty="0">
                <a:solidFill>
                  <a:schemeClr val="tx1"/>
                </a:solidFill>
              </a:rPr>
              <a:t>Since LSTM wasn’t able to predict accurately, it was tested with PCA. After implementing PCA, it gave us two features with the most information or variance.</a:t>
            </a:r>
          </a:p>
        </p:txBody>
      </p:sp>
      <p:sp>
        <p:nvSpPr>
          <p:cNvPr id="20" name="Rectangle 19">
            <a:extLst>
              <a:ext uri="{FF2B5EF4-FFF2-40B4-BE49-F238E27FC236}">
                <a16:creationId xmlns:a16="http://schemas.microsoft.com/office/drawing/2014/main" id="{2EE1CDC1-E0C8-4F19-922F-D2FCD7C06C0D}"/>
              </a:ext>
            </a:extLst>
          </p:cNvPr>
          <p:cNvSpPr/>
          <p:nvPr/>
        </p:nvSpPr>
        <p:spPr>
          <a:xfrm>
            <a:off x="367862" y="5369910"/>
            <a:ext cx="5486400" cy="14273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r>
              <a:rPr lang="en-US" spc="-90" dirty="0">
                <a:solidFill>
                  <a:schemeClr val="tx1"/>
                </a:solidFill>
              </a:rPr>
              <a:t>LSTM when implemented with PCA was able to predict value closely to actual price and also achieved the lowest error values. Out all three model the best performance was achieved by LSTM 60 day sequence.</a:t>
            </a:r>
          </a:p>
        </p:txBody>
      </p:sp>
      <p:grpSp>
        <p:nvGrpSpPr>
          <p:cNvPr id="27" name="Group 26">
            <a:extLst>
              <a:ext uri="{FF2B5EF4-FFF2-40B4-BE49-F238E27FC236}">
                <a16:creationId xmlns:a16="http://schemas.microsoft.com/office/drawing/2014/main" id="{97C8BCA5-F4B3-442F-AB4C-4DB4D27ACFDC}"/>
              </a:ext>
            </a:extLst>
          </p:cNvPr>
          <p:cNvGrpSpPr/>
          <p:nvPr/>
        </p:nvGrpSpPr>
        <p:grpSpPr>
          <a:xfrm>
            <a:off x="6432355" y="2995452"/>
            <a:ext cx="5248656" cy="1759947"/>
            <a:chOff x="6773443" y="1796280"/>
            <a:chExt cx="5248656" cy="2043727"/>
          </a:xfrm>
        </p:grpSpPr>
        <p:sp>
          <p:nvSpPr>
            <p:cNvPr id="28" name="Rectangle 27">
              <a:extLst>
                <a:ext uri="{FF2B5EF4-FFF2-40B4-BE49-F238E27FC236}">
                  <a16:creationId xmlns:a16="http://schemas.microsoft.com/office/drawing/2014/main" id="{D001E05A-6498-409B-9AA1-76BDC1C57361}"/>
                </a:ext>
              </a:extLst>
            </p:cNvPr>
            <p:cNvSpPr/>
            <p:nvPr/>
          </p:nvSpPr>
          <p:spPr>
            <a:xfrm>
              <a:off x="6773443" y="1796280"/>
              <a:ext cx="5248656" cy="1765904"/>
            </a:xfrm>
            <a:prstGeom prst="rect">
              <a:avLst/>
            </a:prstGeom>
            <a:solidFill>
              <a:srgbClr val="FCFF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endParaRPr lang="en-US" sz="1400" dirty="0">
                <a:solidFill>
                  <a:schemeClr val="tx1"/>
                </a:solidFill>
              </a:endParaRPr>
            </a:p>
          </p:txBody>
        </p:sp>
        <p:sp>
          <p:nvSpPr>
            <p:cNvPr id="29" name="Rectangle 28">
              <a:extLst>
                <a:ext uri="{FF2B5EF4-FFF2-40B4-BE49-F238E27FC236}">
                  <a16:creationId xmlns:a16="http://schemas.microsoft.com/office/drawing/2014/main" id="{9D497550-BBC1-449D-9F52-A13EAB34685B}"/>
                </a:ext>
              </a:extLst>
            </p:cNvPr>
            <p:cNvSpPr/>
            <p:nvPr/>
          </p:nvSpPr>
          <p:spPr>
            <a:xfrm>
              <a:off x="6773443" y="3564362"/>
              <a:ext cx="5248656" cy="275645"/>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Autofit/>
            </a:bodyPr>
            <a:lstStyle/>
            <a:p>
              <a:pPr algn="ctr"/>
              <a:r>
                <a:rPr lang="en-US" sz="1100" dirty="0">
                  <a:solidFill>
                    <a:schemeClr val="tx1"/>
                  </a:solidFill>
                </a:rPr>
                <a:t>Visual representation of </a:t>
              </a:r>
              <a:r>
                <a:rPr lang="en-US" sz="1100" b="1" dirty="0">
                  <a:solidFill>
                    <a:schemeClr val="tx1"/>
                  </a:solidFill>
                </a:rPr>
                <a:t>LSTM 30 days </a:t>
              </a:r>
              <a:r>
                <a:rPr lang="en-US" sz="1100" dirty="0">
                  <a:solidFill>
                    <a:schemeClr val="tx1"/>
                  </a:solidFill>
                </a:rPr>
                <a:t>actual vs forecast</a:t>
              </a:r>
            </a:p>
          </p:txBody>
        </p:sp>
      </p:grpSp>
      <p:grpSp>
        <p:nvGrpSpPr>
          <p:cNvPr id="30" name="Group 29">
            <a:extLst>
              <a:ext uri="{FF2B5EF4-FFF2-40B4-BE49-F238E27FC236}">
                <a16:creationId xmlns:a16="http://schemas.microsoft.com/office/drawing/2014/main" id="{28ABF309-5166-4F8B-91A2-DDEB75FBC458}"/>
              </a:ext>
            </a:extLst>
          </p:cNvPr>
          <p:cNvGrpSpPr/>
          <p:nvPr/>
        </p:nvGrpSpPr>
        <p:grpSpPr>
          <a:xfrm>
            <a:off x="6432355" y="4918847"/>
            <a:ext cx="5248656" cy="1759947"/>
            <a:chOff x="6773443" y="1796280"/>
            <a:chExt cx="5248656" cy="2043727"/>
          </a:xfrm>
        </p:grpSpPr>
        <p:sp>
          <p:nvSpPr>
            <p:cNvPr id="31" name="Rectangle 30">
              <a:extLst>
                <a:ext uri="{FF2B5EF4-FFF2-40B4-BE49-F238E27FC236}">
                  <a16:creationId xmlns:a16="http://schemas.microsoft.com/office/drawing/2014/main" id="{4549B0E9-FCA0-4FFB-A773-C1001F136298}"/>
                </a:ext>
              </a:extLst>
            </p:cNvPr>
            <p:cNvSpPr/>
            <p:nvPr/>
          </p:nvSpPr>
          <p:spPr>
            <a:xfrm>
              <a:off x="6773443" y="1796280"/>
              <a:ext cx="5248656" cy="1765904"/>
            </a:xfrm>
            <a:prstGeom prst="rect">
              <a:avLst/>
            </a:prstGeom>
            <a:solidFill>
              <a:srgbClr val="FCFF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endParaRPr lang="en-US" sz="1400" dirty="0">
                <a:solidFill>
                  <a:schemeClr val="tx1"/>
                </a:solidFill>
              </a:endParaRPr>
            </a:p>
          </p:txBody>
        </p:sp>
        <p:sp>
          <p:nvSpPr>
            <p:cNvPr id="32" name="Rectangle 31">
              <a:extLst>
                <a:ext uri="{FF2B5EF4-FFF2-40B4-BE49-F238E27FC236}">
                  <a16:creationId xmlns:a16="http://schemas.microsoft.com/office/drawing/2014/main" id="{172D82BD-79DC-4DA1-B37D-91488BACB17C}"/>
                </a:ext>
              </a:extLst>
            </p:cNvPr>
            <p:cNvSpPr/>
            <p:nvPr/>
          </p:nvSpPr>
          <p:spPr>
            <a:xfrm>
              <a:off x="6773443" y="3564362"/>
              <a:ext cx="5248656" cy="275645"/>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Autofit/>
            </a:bodyPr>
            <a:lstStyle/>
            <a:p>
              <a:pPr algn="ctr"/>
              <a:r>
                <a:rPr lang="en-US" sz="1100" dirty="0">
                  <a:solidFill>
                    <a:schemeClr val="tx1"/>
                  </a:solidFill>
                </a:rPr>
                <a:t>Visual representation of </a:t>
              </a:r>
              <a:r>
                <a:rPr lang="en-US" sz="1100" b="1" dirty="0">
                  <a:solidFill>
                    <a:schemeClr val="tx1"/>
                  </a:solidFill>
                </a:rPr>
                <a:t>LSTM 5 days </a:t>
              </a:r>
              <a:r>
                <a:rPr lang="en-US" sz="1100" dirty="0">
                  <a:solidFill>
                    <a:schemeClr val="tx1"/>
                  </a:solidFill>
                </a:rPr>
                <a:t>actual vs forecast</a:t>
              </a:r>
            </a:p>
          </p:txBody>
        </p:sp>
      </p:grpSp>
      <p:pic>
        <p:nvPicPr>
          <p:cNvPr id="2050" name="Picture 2">
            <a:extLst>
              <a:ext uri="{FF2B5EF4-FFF2-40B4-BE49-F238E27FC236}">
                <a16:creationId xmlns:a16="http://schemas.microsoft.com/office/drawing/2014/main" id="{FC5403A7-39E9-4EEE-AE04-A7313AD98C77}"/>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92440" y="1096615"/>
            <a:ext cx="3928486" cy="144517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570E46AB-E77B-4E25-8D9B-159831A18C39}"/>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121315" y="3052362"/>
            <a:ext cx="3870736" cy="142392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E3C00683-986F-4A3A-8150-DC5C7EF3D33C}"/>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86713" y="4968741"/>
            <a:ext cx="3939940" cy="1449384"/>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a:extLst>
              <a:ext uri="{FF2B5EF4-FFF2-40B4-BE49-F238E27FC236}">
                <a16:creationId xmlns:a16="http://schemas.microsoft.com/office/drawing/2014/main" id="{EE5C86A6-F4AC-4430-ACB8-DD92072785E0}"/>
              </a:ext>
            </a:extLst>
          </p:cNvPr>
          <p:cNvGrpSpPr/>
          <p:nvPr/>
        </p:nvGrpSpPr>
        <p:grpSpPr>
          <a:xfrm>
            <a:off x="6289229" y="968608"/>
            <a:ext cx="372268" cy="372268"/>
            <a:chOff x="-1273789" y="1565664"/>
            <a:chExt cx="372268" cy="372268"/>
          </a:xfrm>
        </p:grpSpPr>
        <p:sp>
          <p:nvSpPr>
            <p:cNvPr id="6" name="Oval 5">
              <a:extLst>
                <a:ext uri="{FF2B5EF4-FFF2-40B4-BE49-F238E27FC236}">
                  <a16:creationId xmlns:a16="http://schemas.microsoft.com/office/drawing/2014/main" id="{BB5E056C-C6AC-40B9-B31A-E12267BD020D}"/>
                </a:ext>
              </a:extLst>
            </p:cNvPr>
            <p:cNvSpPr/>
            <p:nvPr/>
          </p:nvSpPr>
          <p:spPr>
            <a:xfrm>
              <a:off x="-1273789" y="1565664"/>
              <a:ext cx="372268" cy="372268"/>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Star: 5 Points 23">
              <a:extLst>
                <a:ext uri="{FF2B5EF4-FFF2-40B4-BE49-F238E27FC236}">
                  <a16:creationId xmlns:a16="http://schemas.microsoft.com/office/drawing/2014/main" id="{7DF0CE83-3747-4133-9646-4302CAE7249D}"/>
                </a:ext>
              </a:extLst>
            </p:cNvPr>
            <p:cNvSpPr/>
            <p:nvPr/>
          </p:nvSpPr>
          <p:spPr>
            <a:xfrm>
              <a:off x="-1165199" y="1674255"/>
              <a:ext cx="155090" cy="155088"/>
            </a:xfrm>
            <a:prstGeom prst="star5">
              <a:avLst>
                <a:gd name="adj" fmla="val 30179"/>
                <a:gd name="hf" fmla="val 105146"/>
                <a:gd name="vf" fmla="val 110557"/>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42758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A170C1-85F2-46A6-B422-38F68DF99384}"/>
              </a:ext>
            </a:extLst>
          </p:cNvPr>
          <p:cNvSpPr/>
          <p:nvPr/>
        </p:nvSpPr>
        <p:spPr>
          <a:xfrm>
            <a:off x="367863" y="60728"/>
            <a:ext cx="11456274" cy="10930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3600" dirty="0">
                <a:solidFill>
                  <a:schemeClr val="tx1"/>
                </a:solidFill>
              </a:rPr>
              <a:t>Limitation &amp; Future Works </a:t>
            </a:r>
            <a:endParaRPr lang="en-IN" sz="3600" dirty="0">
              <a:solidFill>
                <a:schemeClr val="tx1"/>
              </a:solidFill>
            </a:endParaRPr>
          </a:p>
        </p:txBody>
      </p:sp>
      <p:sp>
        <p:nvSpPr>
          <p:cNvPr id="25" name="Rectangle 24">
            <a:extLst>
              <a:ext uri="{FF2B5EF4-FFF2-40B4-BE49-F238E27FC236}">
                <a16:creationId xmlns:a16="http://schemas.microsoft.com/office/drawing/2014/main" id="{AFF20564-11F6-4A1F-AF00-02D9C20B764A}"/>
              </a:ext>
            </a:extLst>
          </p:cNvPr>
          <p:cNvSpPr/>
          <p:nvPr/>
        </p:nvSpPr>
        <p:spPr>
          <a:xfrm>
            <a:off x="367862" y="1141215"/>
            <a:ext cx="5486400" cy="453666"/>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sz="2000" dirty="0">
                <a:solidFill>
                  <a:schemeClr val="tx1"/>
                </a:solidFill>
              </a:rPr>
              <a:t>Limitations</a:t>
            </a:r>
            <a:endParaRPr lang="en-IN" sz="2000" dirty="0">
              <a:solidFill>
                <a:schemeClr val="tx1"/>
              </a:solidFill>
            </a:endParaRPr>
          </a:p>
        </p:txBody>
      </p:sp>
      <p:sp>
        <p:nvSpPr>
          <p:cNvPr id="26" name="Rectangle 25">
            <a:extLst>
              <a:ext uri="{FF2B5EF4-FFF2-40B4-BE49-F238E27FC236}">
                <a16:creationId xmlns:a16="http://schemas.microsoft.com/office/drawing/2014/main" id="{B60A52FD-A17D-4B24-AB6B-3B4D1D6D3CFF}"/>
              </a:ext>
            </a:extLst>
          </p:cNvPr>
          <p:cNvSpPr/>
          <p:nvPr/>
        </p:nvSpPr>
        <p:spPr>
          <a:xfrm>
            <a:off x="6337737" y="1141215"/>
            <a:ext cx="5486400" cy="453666"/>
          </a:xfrm>
          <a:prstGeom prst="rect">
            <a:avLst/>
          </a:prstGeom>
          <a:solidFill>
            <a:srgbClr val="FAFA58"/>
          </a:solidFill>
          <a:ln>
            <a:noFill/>
          </a:ln>
          <a:effectLst>
            <a:outerShdw dist="88900" dir="5400000" algn="t" rotWithShape="0">
              <a:schemeClr val="accent4"/>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sz="2000" dirty="0">
                <a:solidFill>
                  <a:schemeClr val="tx1"/>
                </a:solidFill>
              </a:rPr>
              <a:t>Future works</a:t>
            </a:r>
            <a:endParaRPr lang="en-IN" sz="2000" dirty="0">
              <a:solidFill>
                <a:schemeClr val="tx1"/>
              </a:solidFill>
            </a:endParaRPr>
          </a:p>
        </p:txBody>
      </p:sp>
      <p:grpSp>
        <p:nvGrpSpPr>
          <p:cNvPr id="10" name="Group 9">
            <a:extLst>
              <a:ext uri="{FF2B5EF4-FFF2-40B4-BE49-F238E27FC236}">
                <a16:creationId xmlns:a16="http://schemas.microsoft.com/office/drawing/2014/main" id="{CF505302-8C70-404C-820A-BDA54F765D51}"/>
              </a:ext>
            </a:extLst>
          </p:cNvPr>
          <p:cNvGrpSpPr/>
          <p:nvPr/>
        </p:nvGrpSpPr>
        <p:grpSpPr>
          <a:xfrm>
            <a:off x="367862" y="1759606"/>
            <a:ext cx="5486400" cy="4958613"/>
            <a:chOff x="367862" y="1759606"/>
            <a:chExt cx="5486400" cy="4958613"/>
          </a:xfrm>
        </p:grpSpPr>
        <p:sp>
          <p:nvSpPr>
            <p:cNvPr id="22" name="Rectangle 21">
              <a:extLst>
                <a:ext uri="{FF2B5EF4-FFF2-40B4-BE49-F238E27FC236}">
                  <a16:creationId xmlns:a16="http://schemas.microsoft.com/office/drawing/2014/main" id="{AD2CFE64-F08B-4196-90BB-7C8643873260}"/>
                </a:ext>
              </a:extLst>
            </p:cNvPr>
            <p:cNvSpPr/>
            <p:nvPr/>
          </p:nvSpPr>
          <p:spPr>
            <a:xfrm>
              <a:off x="1679944" y="1759606"/>
              <a:ext cx="4174317" cy="1609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spcAft>
                  <a:spcPts val="600"/>
                </a:spcAft>
              </a:pPr>
              <a:r>
                <a:rPr lang="en-US" b="1" dirty="0">
                  <a:solidFill>
                    <a:schemeClr val="tx1"/>
                  </a:solidFill>
                </a:rPr>
                <a:t>Single index focus: </a:t>
              </a:r>
              <a:br>
                <a:rPr lang="en-US" dirty="0">
                  <a:solidFill>
                    <a:schemeClr val="tx1"/>
                  </a:solidFill>
                </a:rPr>
              </a:br>
              <a:r>
                <a:rPr lang="en-US" dirty="0">
                  <a:solidFill>
                    <a:schemeClr val="tx1"/>
                  </a:solidFill>
                </a:rPr>
                <a:t>Findings are specific to the FTSE 100 and may not generalize to other markets.</a:t>
              </a:r>
            </a:p>
          </p:txBody>
        </p:sp>
        <p:sp>
          <p:nvSpPr>
            <p:cNvPr id="33" name="Rectangle 32">
              <a:extLst>
                <a:ext uri="{FF2B5EF4-FFF2-40B4-BE49-F238E27FC236}">
                  <a16:creationId xmlns:a16="http://schemas.microsoft.com/office/drawing/2014/main" id="{EC0D59FE-9F75-48C8-B255-A2D3C45AFD00}"/>
                </a:ext>
              </a:extLst>
            </p:cNvPr>
            <p:cNvSpPr/>
            <p:nvPr/>
          </p:nvSpPr>
          <p:spPr>
            <a:xfrm>
              <a:off x="1679944" y="3429000"/>
              <a:ext cx="4174317" cy="1609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spcAft>
                  <a:spcPts val="600"/>
                </a:spcAft>
              </a:pPr>
              <a:r>
                <a:rPr lang="en-US" b="1" dirty="0">
                  <a:solidFill>
                    <a:schemeClr val="tx1"/>
                  </a:solidFill>
                </a:rPr>
                <a:t>Limited test set: </a:t>
              </a:r>
              <a:br>
                <a:rPr lang="en-US" b="1" dirty="0">
                  <a:solidFill>
                    <a:schemeClr val="tx1"/>
                  </a:solidFill>
                </a:rPr>
              </a:br>
              <a:r>
                <a:rPr lang="en-US" dirty="0">
                  <a:solidFill>
                    <a:schemeClr val="tx1"/>
                  </a:solidFill>
                </a:rPr>
                <a:t>The model's performance was evaluated on a relatively short time frame.</a:t>
              </a:r>
            </a:p>
          </p:txBody>
        </p:sp>
        <p:sp>
          <p:nvSpPr>
            <p:cNvPr id="34" name="Rectangle 33">
              <a:extLst>
                <a:ext uri="{FF2B5EF4-FFF2-40B4-BE49-F238E27FC236}">
                  <a16:creationId xmlns:a16="http://schemas.microsoft.com/office/drawing/2014/main" id="{C941114F-806A-4855-9F6A-7EA7F19B2150}"/>
                </a:ext>
              </a:extLst>
            </p:cNvPr>
            <p:cNvSpPr/>
            <p:nvPr/>
          </p:nvSpPr>
          <p:spPr>
            <a:xfrm>
              <a:off x="1679944" y="5108875"/>
              <a:ext cx="4174317" cy="1609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spcAft>
                  <a:spcPts val="600"/>
                </a:spcAft>
              </a:pPr>
              <a:r>
                <a:rPr lang="en-US" b="1" dirty="0">
                  <a:solidFill>
                    <a:schemeClr val="tx1"/>
                  </a:solidFill>
                </a:rPr>
                <a:t>Exclusion of external factors:</a:t>
              </a:r>
              <a:br>
                <a:rPr lang="en-US" b="1" dirty="0">
                  <a:solidFill>
                    <a:schemeClr val="tx1"/>
                  </a:solidFill>
                </a:rPr>
              </a:br>
              <a:r>
                <a:rPr lang="en-US" dirty="0">
                  <a:solidFill>
                    <a:schemeClr val="tx1"/>
                  </a:solidFill>
                </a:rPr>
                <a:t>The analysis relies solely on price history and does not incorporate data like technical indicators or macroeconomic news.</a:t>
              </a:r>
            </a:p>
          </p:txBody>
        </p:sp>
        <p:cxnSp>
          <p:nvCxnSpPr>
            <p:cNvPr id="9" name="Straight Connector 8">
              <a:extLst>
                <a:ext uri="{FF2B5EF4-FFF2-40B4-BE49-F238E27FC236}">
                  <a16:creationId xmlns:a16="http://schemas.microsoft.com/office/drawing/2014/main" id="{83D563BB-0F19-4AE5-AC03-42467AC319AA}"/>
                </a:ext>
              </a:extLst>
            </p:cNvPr>
            <p:cNvCxnSpPr>
              <a:cxnSpLocks/>
            </p:cNvCxnSpPr>
            <p:nvPr/>
          </p:nvCxnSpPr>
          <p:spPr>
            <a:xfrm>
              <a:off x="367862" y="3401595"/>
              <a:ext cx="5486400" cy="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22AEE21-5133-4606-837A-CA1D99976F61}"/>
                </a:ext>
              </a:extLst>
            </p:cNvPr>
            <p:cNvCxnSpPr>
              <a:cxnSpLocks/>
            </p:cNvCxnSpPr>
            <p:nvPr/>
          </p:nvCxnSpPr>
          <p:spPr>
            <a:xfrm>
              <a:off x="367862" y="5076229"/>
              <a:ext cx="5486400" cy="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3074" name="Picture 2">
              <a:extLst>
                <a:ext uri="{FF2B5EF4-FFF2-40B4-BE49-F238E27FC236}">
                  <a16:creationId xmlns:a16="http://schemas.microsoft.com/office/drawing/2014/main" id="{EDFFC124-C491-41E3-9709-C1BC09CB0B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862" y="2028157"/>
              <a:ext cx="1072242" cy="107224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94714020-6A3F-4844-B79B-2BB39B9873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862" y="3698748"/>
              <a:ext cx="1069848" cy="1069848"/>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0B215F66-D57A-48E1-BE07-5A4C4FDE00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862" y="5378623"/>
              <a:ext cx="1069848" cy="1069848"/>
            </a:xfrm>
            <a:prstGeom prst="rect">
              <a:avLst/>
            </a:prstGeom>
            <a:noFill/>
            <a:extLst>
              <a:ext uri="{909E8E84-426E-40DD-AFC4-6F175D3DCCD1}">
                <a14:hiddenFill xmlns:a14="http://schemas.microsoft.com/office/drawing/2010/main">
                  <a:solidFill>
                    <a:srgbClr val="FFFFFF"/>
                  </a:solidFill>
                </a14:hiddenFill>
              </a:ext>
            </a:extLst>
          </p:spPr>
        </p:pic>
      </p:grpSp>
      <p:sp>
        <p:nvSpPr>
          <p:cNvPr id="37" name="Rectangle 36">
            <a:extLst>
              <a:ext uri="{FF2B5EF4-FFF2-40B4-BE49-F238E27FC236}">
                <a16:creationId xmlns:a16="http://schemas.microsoft.com/office/drawing/2014/main" id="{DA62EB3C-4088-4096-95A3-5CFF99F0979C}"/>
              </a:ext>
            </a:extLst>
          </p:cNvPr>
          <p:cNvSpPr/>
          <p:nvPr/>
        </p:nvSpPr>
        <p:spPr>
          <a:xfrm>
            <a:off x="7649819" y="1759606"/>
            <a:ext cx="4174317" cy="1609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spcAft>
                <a:spcPts val="600"/>
              </a:spcAft>
            </a:pPr>
            <a:r>
              <a:rPr lang="en-US" b="1" dirty="0">
                <a:solidFill>
                  <a:schemeClr val="tx1"/>
                </a:solidFill>
              </a:rPr>
              <a:t>Advanced Hybrid Models:</a:t>
            </a:r>
            <a:br>
              <a:rPr lang="en-US" b="1" dirty="0">
                <a:solidFill>
                  <a:schemeClr val="tx1"/>
                </a:solidFill>
              </a:rPr>
            </a:br>
            <a:r>
              <a:rPr lang="en-US" dirty="0">
                <a:solidFill>
                  <a:schemeClr val="tx1"/>
                </a:solidFill>
              </a:rPr>
              <a:t>Investigate a SARIMAX + LSTM-PCA hybrid to formally model seasonality and external variables.</a:t>
            </a:r>
          </a:p>
        </p:txBody>
      </p:sp>
      <p:sp>
        <p:nvSpPr>
          <p:cNvPr id="38" name="Rectangle 37">
            <a:extLst>
              <a:ext uri="{FF2B5EF4-FFF2-40B4-BE49-F238E27FC236}">
                <a16:creationId xmlns:a16="http://schemas.microsoft.com/office/drawing/2014/main" id="{EBADEB69-C69B-4194-8857-A848D6144B3A}"/>
              </a:ext>
            </a:extLst>
          </p:cNvPr>
          <p:cNvSpPr/>
          <p:nvPr/>
        </p:nvSpPr>
        <p:spPr>
          <a:xfrm>
            <a:off x="7649819" y="3429000"/>
            <a:ext cx="4174317" cy="1609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spcAft>
                <a:spcPts val="600"/>
              </a:spcAft>
            </a:pPr>
            <a:r>
              <a:rPr lang="en-US" b="1" dirty="0">
                <a:solidFill>
                  <a:schemeClr val="tx1"/>
                </a:solidFill>
              </a:rPr>
              <a:t>Alternative Architectures:</a:t>
            </a:r>
            <a:br>
              <a:rPr lang="en-US" b="1" dirty="0">
                <a:solidFill>
                  <a:schemeClr val="tx1"/>
                </a:solidFill>
              </a:rPr>
            </a:br>
            <a:r>
              <a:rPr lang="en-US" dirty="0">
                <a:solidFill>
                  <a:schemeClr val="tx1"/>
                </a:solidFill>
              </a:rPr>
              <a:t>Implement a Prophet-LSTM-PCA hybrid to leverage Prophet's superior trend decomposition capabilities.</a:t>
            </a:r>
          </a:p>
        </p:txBody>
      </p:sp>
      <p:sp>
        <p:nvSpPr>
          <p:cNvPr id="39" name="Rectangle 38">
            <a:extLst>
              <a:ext uri="{FF2B5EF4-FFF2-40B4-BE49-F238E27FC236}">
                <a16:creationId xmlns:a16="http://schemas.microsoft.com/office/drawing/2014/main" id="{A20288F8-77DA-452C-8BE5-B9B625E285BD}"/>
              </a:ext>
            </a:extLst>
          </p:cNvPr>
          <p:cNvSpPr/>
          <p:nvPr/>
        </p:nvSpPr>
        <p:spPr>
          <a:xfrm>
            <a:off x="7649819" y="5108875"/>
            <a:ext cx="4174317" cy="1609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spcAft>
                <a:spcPts val="600"/>
              </a:spcAft>
            </a:pPr>
            <a:r>
              <a:rPr lang="en-US" b="1" dirty="0">
                <a:solidFill>
                  <a:schemeClr val="tx1"/>
                </a:solidFill>
              </a:rPr>
              <a:t>Cross-Market Validation: </a:t>
            </a:r>
            <a:r>
              <a:rPr lang="en-US" dirty="0">
                <a:solidFill>
                  <a:schemeClr val="tx1"/>
                </a:solidFill>
              </a:rPr>
              <a:t>Replicate the study across multiple international indices (e.g., S&amp;P 500, Nikkei 225, </a:t>
            </a:r>
            <a:r>
              <a:rPr lang="en-US" dirty="0" err="1">
                <a:solidFill>
                  <a:schemeClr val="tx1"/>
                </a:solidFill>
              </a:rPr>
              <a:t>Niffty</a:t>
            </a:r>
            <a:r>
              <a:rPr lang="en-US" dirty="0">
                <a:solidFill>
                  <a:schemeClr val="tx1"/>
                </a:solidFill>
              </a:rPr>
              <a:t> 50, etc.) to test generalization.</a:t>
            </a:r>
          </a:p>
        </p:txBody>
      </p:sp>
      <p:cxnSp>
        <p:nvCxnSpPr>
          <p:cNvPr id="40" name="Straight Connector 39">
            <a:extLst>
              <a:ext uri="{FF2B5EF4-FFF2-40B4-BE49-F238E27FC236}">
                <a16:creationId xmlns:a16="http://schemas.microsoft.com/office/drawing/2014/main" id="{1B4843F3-11B4-4279-A7F3-1296F08AAFBD}"/>
              </a:ext>
            </a:extLst>
          </p:cNvPr>
          <p:cNvCxnSpPr>
            <a:cxnSpLocks/>
          </p:cNvCxnSpPr>
          <p:nvPr/>
        </p:nvCxnSpPr>
        <p:spPr>
          <a:xfrm>
            <a:off x="6337737" y="3401595"/>
            <a:ext cx="5486400" cy="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E038A7C-4299-47A0-81CC-07C00E7E1879}"/>
              </a:ext>
            </a:extLst>
          </p:cNvPr>
          <p:cNvCxnSpPr>
            <a:cxnSpLocks/>
          </p:cNvCxnSpPr>
          <p:nvPr/>
        </p:nvCxnSpPr>
        <p:spPr>
          <a:xfrm>
            <a:off x="6337737" y="5076229"/>
            <a:ext cx="5486400" cy="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3080" name="Picture 8">
            <a:extLst>
              <a:ext uri="{FF2B5EF4-FFF2-40B4-BE49-F238E27FC236}">
                <a16:creationId xmlns:a16="http://schemas.microsoft.com/office/drawing/2014/main" id="{8DECA349-BE72-4F17-9144-4DF896DF1F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37737" y="2029354"/>
            <a:ext cx="1069848" cy="1069848"/>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a:extLst>
              <a:ext uri="{FF2B5EF4-FFF2-40B4-BE49-F238E27FC236}">
                <a16:creationId xmlns:a16="http://schemas.microsoft.com/office/drawing/2014/main" id="{E535A921-AF13-46DE-B853-ADC5F5540A3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37737" y="3698748"/>
            <a:ext cx="1069848" cy="1069848"/>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a:extLst>
              <a:ext uri="{FF2B5EF4-FFF2-40B4-BE49-F238E27FC236}">
                <a16:creationId xmlns:a16="http://schemas.microsoft.com/office/drawing/2014/main" id="{AAB10720-99E7-4C82-BA5A-4E0B936DECA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37737" y="5378623"/>
            <a:ext cx="1069848" cy="1069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1549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A170C1-85F2-46A6-B422-38F68DF99384}"/>
              </a:ext>
            </a:extLst>
          </p:cNvPr>
          <p:cNvSpPr/>
          <p:nvPr/>
        </p:nvSpPr>
        <p:spPr>
          <a:xfrm>
            <a:off x="367863" y="60728"/>
            <a:ext cx="11456274" cy="10930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3600" dirty="0">
                <a:solidFill>
                  <a:schemeClr val="tx1"/>
                </a:solidFill>
              </a:rPr>
              <a:t>Conclusion</a:t>
            </a:r>
            <a:endParaRPr lang="en-IN" sz="3600" dirty="0">
              <a:solidFill>
                <a:schemeClr val="tx1"/>
              </a:solidFill>
            </a:endParaRPr>
          </a:p>
        </p:txBody>
      </p:sp>
      <p:sp>
        <p:nvSpPr>
          <p:cNvPr id="23" name="Rectangle 22">
            <a:extLst>
              <a:ext uri="{FF2B5EF4-FFF2-40B4-BE49-F238E27FC236}">
                <a16:creationId xmlns:a16="http://schemas.microsoft.com/office/drawing/2014/main" id="{5F5B8C78-6EE7-4362-AD7B-1C2D1F475622}"/>
              </a:ext>
            </a:extLst>
          </p:cNvPr>
          <p:cNvSpPr/>
          <p:nvPr/>
        </p:nvSpPr>
        <p:spPr>
          <a:xfrm>
            <a:off x="367862" y="1563705"/>
            <a:ext cx="11370482" cy="36675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spcAft>
                <a:spcPts val="1200"/>
              </a:spcAft>
            </a:pPr>
            <a:r>
              <a:rPr lang="en-US" sz="2400" dirty="0">
                <a:solidFill>
                  <a:schemeClr val="tx1"/>
                </a:solidFill>
              </a:rPr>
              <a:t>The LSTM model, together with the addition of PCA, is a clear winner over the traditional statistical models (ARIMA, SARIMA) and a basic hybrid solution.</a:t>
            </a:r>
          </a:p>
          <a:p>
            <a:pPr>
              <a:spcAft>
                <a:spcPts val="1200"/>
              </a:spcAft>
            </a:pPr>
            <a:r>
              <a:rPr lang="en-US" sz="2400" dirty="0">
                <a:solidFill>
                  <a:schemeClr val="tx1"/>
                </a:solidFill>
              </a:rPr>
              <a:t>The fact that LSTM is capable of capturing complex and non-linear patterns was the distinguishing feature. PCA was crucial to the elimination of noise and concentration of the model.</a:t>
            </a:r>
          </a:p>
          <a:p>
            <a:pPr>
              <a:spcAft>
                <a:spcPts val="1200"/>
              </a:spcAft>
            </a:pPr>
            <a:r>
              <a:rPr lang="en-US" sz="2400" dirty="0">
                <a:solidFill>
                  <a:schemeClr val="tx1"/>
                </a:solidFill>
              </a:rPr>
              <a:t>ARIMA and SARIMA were essentially are not equipped to deal with the volatility and non-stationary behavior of the financial data since they are linear in nature.</a:t>
            </a:r>
          </a:p>
        </p:txBody>
      </p:sp>
    </p:spTree>
    <p:extLst>
      <p:ext uri="{BB962C8B-B14F-4D97-AF65-F5344CB8AC3E}">
        <p14:creationId xmlns:p14="http://schemas.microsoft.com/office/powerpoint/2010/main" val="3549909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F3FC9AC-0A35-48C6-834A-696D38DA8D9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096000" y="0"/>
            <a:ext cx="6096000" cy="4267200"/>
          </a:xfrm>
          <a:prstGeom prst="rect">
            <a:avLst/>
          </a:prstGeom>
        </p:spPr>
      </p:pic>
      <p:sp>
        <p:nvSpPr>
          <p:cNvPr id="9" name="Rectangle: Single Corner Snipped 8">
            <a:extLst>
              <a:ext uri="{FF2B5EF4-FFF2-40B4-BE49-F238E27FC236}">
                <a16:creationId xmlns:a16="http://schemas.microsoft.com/office/drawing/2014/main" id="{23F2B4DB-A1C2-443C-9AD5-10ABA98B2C78}"/>
              </a:ext>
            </a:extLst>
          </p:cNvPr>
          <p:cNvSpPr/>
          <p:nvPr/>
        </p:nvSpPr>
        <p:spPr>
          <a:xfrm>
            <a:off x="0" y="0"/>
            <a:ext cx="12192000" cy="6858000"/>
          </a:xfrm>
          <a:prstGeom prst="snip1Rect">
            <a:avLst>
              <a:gd name="adj" fmla="val 50000"/>
            </a:avLst>
          </a:prstGeom>
          <a:solidFill>
            <a:srgbClr val="FAFA58"/>
          </a:solidFill>
          <a:ln>
            <a:noFill/>
          </a:ln>
        </p:spPr>
        <p:style>
          <a:lnRef idx="2">
            <a:schemeClr val="accent1">
              <a:shade val="50000"/>
            </a:schemeClr>
          </a:lnRef>
          <a:fillRef idx="1">
            <a:schemeClr val="accent1"/>
          </a:fillRef>
          <a:effectRef idx="0">
            <a:schemeClr val="accent1"/>
          </a:effectRef>
          <a:fontRef idx="minor">
            <a:schemeClr val="lt1"/>
          </a:fontRef>
        </p:style>
        <p:txBody>
          <a:bodyPr lIns="731520" bIns="1280160" rtlCol="0" anchor="ctr"/>
          <a:lstStyle/>
          <a:p>
            <a:pPr algn="ctr"/>
            <a:r>
              <a:rPr lang="en-US" sz="16600" b="1" dirty="0">
                <a:blipFill>
                  <a:blip r:embed="rId4">
                    <a:extLst>
                      <a:ext uri="{837473B0-CC2E-450A-ABE3-18F120FF3D39}">
                        <a1611:picAttrSrcUrl xmlns:a1611="http://schemas.microsoft.com/office/drawing/2016/11/main" r:id="rId5"/>
                      </a:ext>
                    </a:extLst>
                  </a:blip>
                  <a:stretch>
                    <a:fillRect/>
                  </a:stretch>
                </a:blipFill>
              </a:rPr>
              <a:t>Thank you </a:t>
            </a:r>
            <a:endParaRPr lang="en-IN" sz="16600" b="1" dirty="0">
              <a:blipFill>
                <a:blip r:embed="rId4">
                  <a:extLst>
                    <a:ext uri="{837473B0-CC2E-450A-ABE3-18F120FF3D39}">
                      <a1611:picAttrSrcUrl xmlns:a1611="http://schemas.microsoft.com/office/drawing/2016/11/main" r:id="rId5"/>
                    </a:ext>
                  </a:extLst>
                </a:blip>
                <a:stretch>
                  <a:fillRect/>
                </a:stretch>
              </a:blipFill>
            </a:endParaRPr>
          </a:p>
        </p:txBody>
      </p:sp>
    </p:spTree>
    <p:extLst>
      <p:ext uri="{BB962C8B-B14F-4D97-AF65-F5344CB8AC3E}">
        <p14:creationId xmlns:p14="http://schemas.microsoft.com/office/powerpoint/2010/main" val="39949843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467</TotalTime>
  <Words>1709</Words>
  <Application>Microsoft Office PowerPoint</Application>
  <PresentationFormat>Widescreen</PresentationFormat>
  <Paragraphs>185</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Verdana</vt:lpstr>
      <vt:lpstr>Office Theme</vt:lpstr>
      <vt:lpstr>Comparative Study of  Statistical and Deep Learning  Model for Stock Price Prediction.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Sanford Rodrigues</dc:creator>
  <cp:lastModifiedBy>Sanford Rodrigues</cp:lastModifiedBy>
  <cp:revision>25</cp:revision>
  <dcterms:created xsi:type="dcterms:W3CDTF">2025-12-25T22:15:22Z</dcterms:created>
  <dcterms:modified xsi:type="dcterms:W3CDTF">2025-12-29T21:55:01Z</dcterms:modified>
</cp:coreProperties>
</file>